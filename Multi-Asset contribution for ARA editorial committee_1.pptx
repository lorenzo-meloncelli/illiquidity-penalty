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4" r:id="rId1"/>
  </p:sldMasterIdLst>
  <p:notesMasterIdLst>
    <p:notesMasterId r:id="rId3"/>
  </p:notesMasterIdLst>
  <p:handoutMasterIdLst>
    <p:handoutMasterId r:id="rId4"/>
  </p:handoutMasterIdLst>
  <p:sldIdLst>
    <p:sldId id="262" r:id="rId2"/>
  </p:sldIdLst>
  <p:sldSz cx="9144000" cy="51435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483"/>
    <a:srgbClr val="0073A3"/>
    <a:srgbClr val="F07D00"/>
    <a:srgbClr val="53CCFF"/>
    <a:srgbClr val="001C4B"/>
    <a:srgbClr val="102D69"/>
    <a:srgbClr val="009EE0"/>
    <a:srgbClr val="000000"/>
    <a:srgbClr val="DCDDDE"/>
    <a:srgbClr val="C7C8C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2" autoAdjust="0"/>
    <p:restoredTop sz="94694"/>
  </p:normalViewPr>
  <p:slideViewPr>
    <p:cSldViewPr snapToGrid="0" snapToObjects="1">
      <p:cViewPr varScale="1">
        <p:scale>
          <a:sx n="98" d="100"/>
          <a:sy n="98" d="100"/>
        </p:scale>
        <p:origin x="384" y="60"/>
      </p:cViewPr>
      <p:guideLst/>
    </p:cSldViewPr>
  </p:slideViewPr>
  <p:outlineViewPr>
    <p:cViewPr>
      <p:scale>
        <a:sx n="33" d="100"/>
        <a:sy n="33" d="100"/>
      </p:scale>
      <p:origin x="0" y="-4664"/>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7" d="100"/>
          <a:sy n="97" d="100"/>
        </p:scale>
        <p:origin x="3120"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D5C2663-9FAE-6346-9FDE-52ACD264882B}" type="datetimeFigureOut">
              <a:rPr lang="fr-FR" smtClean="0"/>
              <a:t>26/11/2025</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509F841-1EC4-7745-A2A1-241C3184D275}" type="slidenum">
              <a:rPr lang="fr-FR" smtClean="0"/>
              <a:t>‹#›</a:t>
            </a:fld>
            <a:endParaRPr lang="fr-FR"/>
          </a:p>
        </p:txBody>
      </p:sp>
    </p:spTree>
    <p:extLst>
      <p:ext uri="{BB962C8B-B14F-4D97-AF65-F5344CB8AC3E}">
        <p14:creationId xmlns:p14="http://schemas.microsoft.com/office/powerpoint/2010/main" val="13753778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ABE3DF-9B42-6F42-B595-8789B0F99C6A}" type="datetimeFigureOut">
              <a:rPr lang="fr-FR" smtClean="0"/>
              <a:t>26/11/2025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4CB9D9-8607-4446-80EE-4BEFE06B9BD3}" type="slidenum">
              <a:rPr lang="fr-FR" smtClean="0"/>
              <a:t>‹#›</a:t>
            </a:fld>
            <a:endParaRPr lang="fr-FR"/>
          </a:p>
        </p:txBody>
      </p:sp>
    </p:spTree>
    <p:extLst>
      <p:ext uri="{BB962C8B-B14F-4D97-AF65-F5344CB8AC3E}">
        <p14:creationId xmlns:p14="http://schemas.microsoft.com/office/powerpoint/2010/main" val="349098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blank-1">
    <p:spTree>
      <p:nvGrpSpPr>
        <p:cNvPr id="1" name=""/>
        <p:cNvGrpSpPr/>
        <p:nvPr/>
      </p:nvGrpSpPr>
      <p:grpSpPr>
        <a:xfrm>
          <a:off x="0" y="0"/>
          <a:ext cx="0" cy="0"/>
          <a:chOff x="0" y="0"/>
          <a:chExt cx="0" cy="0"/>
        </a:xfrm>
      </p:grpSpPr>
      <p:sp>
        <p:nvSpPr>
          <p:cNvPr id="2" name="Title 1"/>
          <p:cNvSpPr>
            <a:spLocks noGrp="1"/>
          </p:cNvSpPr>
          <p:nvPr>
            <p:ph type="ctrTitle"/>
          </p:nvPr>
        </p:nvSpPr>
        <p:spPr>
          <a:xfrm>
            <a:off x="1285199" y="2358221"/>
            <a:ext cx="5975835" cy="724826"/>
          </a:xfrm>
        </p:spPr>
        <p:txBody>
          <a:bodyPr anchor="b" anchorCtr="0">
            <a:noAutofit/>
          </a:bodyPr>
          <a:lstStyle>
            <a:lvl1pPr algn="l">
              <a:lnSpc>
                <a:spcPts val="2900"/>
              </a:lnSpc>
              <a:defRPr sz="2500" b="1" spc="-1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r>
              <a:rPr lang="en-US"/>
              <a:t>Click to edit Master title style</a:t>
            </a:r>
            <a:endParaRPr lang="fr-FR" noProof="0" dirty="0"/>
          </a:p>
        </p:txBody>
      </p:sp>
      <p:sp>
        <p:nvSpPr>
          <p:cNvPr id="3" name="Subtitle 2"/>
          <p:cNvSpPr>
            <a:spLocks noGrp="1"/>
          </p:cNvSpPr>
          <p:nvPr>
            <p:ph type="subTitle" idx="1"/>
          </p:nvPr>
        </p:nvSpPr>
        <p:spPr>
          <a:xfrm>
            <a:off x="1285200" y="3270572"/>
            <a:ext cx="5975836" cy="559423"/>
          </a:xfrm>
        </p:spPr>
        <p:txBody>
          <a:bodyPr>
            <a:noAutofit/>
          </a:bodyPr>
          <a:lstStyle>
            <a:lvl1pPr marL="0" indent="0" algn="l">
              <a:spcBef>
                <a:spcPts val="0"/>
              </a:spcBef>
              <a:buNone/>
              <a:defRPr sz="1300" b="0" i="0" spc="-10" baseline="0">
                <a:solidFill>
                  <a:srgbClr val="001C4B"/>
                </a:solidFill>
                <a:latin typeface="Noto Sans Med" panose="020B0502040504020204" pitchFamily="34" charset="0"/>
                <a:ea typeface="Noto Sans Med" panose="020B0502040504020204" pitchFamily="34" charset="0"/>
                <a:cs typeface="Noto Sans Med" panose="020B0502040504020204" pitchFamily="34" charset="0"/>
              </a:defRPr>
            </a:lvl1pPr>
            <a:lvl2pPr marL="342857" indent="0" algn="ctr">
              <a:buNone/>
              <a:defRPr sz="1500"/>
            </a:lvl2pPr>
            <a:lvl3pPr marL="685715" indent="0" algn="ctr">
              <a:buNone/>
              <a:defRPr sz="1350"/>
            </a:lvl3pPr>
            <a:lvl4pPr marL="1028573" indent="0" algn="ctr">
              <a:buNone/>
              <a:defRPr sz="1200"/>
            </a:lvl4pPr>
            <a:lvl5pPr marL="1371431" indent="0" algn="ctr">
              <a:buNone/>
              <a:defRPr sz="1200"/>
            </a:lvl5pPr>
            <a:lvl6pPr marL="1714289" indent="0" algn="ctr">
              <a:buNone/>
              <a:defRPr sz="1200"/>
            </a:lvl6pPr>
            <a:lvl7pPr marL="2057144" indent="0" algn="ctr">
              <a:buNone/>
              <a:defRPr sz="1200"/>
            </a:lvl7pPr>
            <a:lvl8pPr marL="2400002" indent="0" algn="ctr">
              <a:buNone/>
              <a:defRPr sz="1200"/>
            </a:lvl8pPr>
            <a:lvl9pPr marL="2742860" indent="0" algn="ctr">
              <a:buNone/>
              <a:defRPr sz="1200"/>
            </a:lvl9pPr>
          </a:lstStyle>
          <a:p>
            <a:r>
              <a:rPr lang="en-US"/>
              <a:t>Click to edit Master subtitle style</a:t>
            </a:r>
            <a:endParaRPr lang="en-US" dirty="0"/>
          </a:p>
        </p:txBody>
      </p:sp>
      <p:sp>
        <p:nvSpPr>
          <p:cNvPr id="12" name="Rectangle 11">
            <a:extLst>
              <a:ext uri="{FF2B5EF4-FFF2-40B4-BE49-F238E27FC236}">
                <a16:creationId xmlns:a16="http://schemas.microsoft.com/office/drawing/2014/main" id="{AEFD43DB-60F0-69E5-0E6E-39DAC8F580D6}"/>
              </a:ext>
            </a:extLst>
          </p:cNvPr>
          <p:cNvSpPr>
            <a:spLocks noChangeAspect="1"/>
          </p:cNvSpPr>
          <p:nvPr userDrawn="1"/>
        </p:nvSpPr>
        <p:spPr>
          <a:xfrm>
            <a:off x="-3"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06211952-6EFD-1268-B0D8-5D1EA9A036DA}"/>
              </a:ext>
            </a:extLst>
          </p:cNvPr>
          <p:cNvSpPr>
            <a:spLocks noChangeAspect="1"/>
          </p:cNvSpPr>
          <p:nvPr userDrawn="1"/>
        </p:nvSpPr>
        <p:spPr>
          <a:xfrm>
            <a:off x="0" y="42860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69892B6F-9A39-8FF4-F99C-3D45A9DDD8CC}"/>
              </a:ext>
            </a:extLst>
          </p:cNvPr>
          <p:cNvSpPr>
            <a:spLocks noChangeAspect="1"/>
          </p:cNvSpPr>
          <p:nvPr userDrawn="1"/>
        </p:nvSpPr>
        <p:spPr>
          <a:xfrm>
            <a:off x="853399"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39B1B74D-F7A7-427F-4C42-2E65F73D513D}"/>
              </a:ext>
            </a:extLst>
          </p:cNvPr>
          <p:cNvSpPr>
            <a:spLocks noChangeAspect="1"/>
          </p:cNvSpPr>
          <p:nvPr userDrawn="1"/>
        </p:nvSpPr>
        <p:spPr>
          <a:xfrm>
            <a:off x="-3" y="85700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F210BEFD-109F-37DE-ED0B-3CC93589B2DE}"/>
              </a:ext>
            </a:extLst>
          </p:cNvPr>
          <p:cNvSpPr>
            <a:spLocks noChangeAspect="1"/>
          </p:cNvSpPr>
          <p:nvPr userDrawn="1"/>
        </p:nvSpPr>
        <p:spPr>
          <a:xfrm>
            <a:off x="0" y="128561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071C3FFE-4231-78CA-D32E-0CB00040402B}"/>
              </a:ext>
            </a:extLst>
          </p:cNvPr>
          <p:cNvSpPr>
            <a:spLocks noChangeAspect="1"/>
          </p:cNvSpPr>
          <p:nvPr userDrawn="1"/>
        </p:nvSpPr>
        <p:spPr>
          <a:xfrm>
            <a:off x="-3" y="171422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a:extLst>
              <a:ext uri="{FF2B5EF4-FFF2-40B4-BE49-F238E27FC236}">
                <a16:creationId xmlns:a16="http://schemas.microsoft.com/office/drawing/2014/main" id="{D7FB0309-AAC2-B57E-8D00-2D7697DD14AF}"/>
              </a:ext>
            </a:extLst>
          </p:cNvPr>
          <p:cNvSpPr>
            <a:spLocks noChangeAspect="1"/>
          </p:cNvSpPr>
          <p:nvPr userDrawn="1"/>
        </p:nvSpPr>
        <p:spPr>
          <a:xfrm>
            <a:off x="0" y="214283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2240B5A4-42DE-8A14-36D6-AFB428B9B1C1}"/>
              </a:ext>
            </a:extLst>
          </p:cNvPr>
          <p:cNvSpPr>
            <a:spLocks noChangeAspect="1"/>
          </p:cNvSpPr>
          <p:nvPr userDrawn="1"/>
        </p:nvSpPr>
        <p:spPr>
          <a:xfrm>
            <a:off x="-3" y="257123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Forme libre 20">
            <a:extLst>
              <a:ext uri="{FF2B5EF4-FFF2-40B4-BE49-F238E27FC236}">
                <a16:creationId xmlns:a16="http://schemas.microsoft.com/office/drawing/2014/main" id="{372BBFFA-319C-27E5-D42D-1FE7E80D5E92}"/>
              </a:ext>
            </a:extLst>
          </p:cNvPr>
          <p:cNvSpPr/>
          <p:nvPr userDrawn="1"/>
        </p:nvSpPr>
        <p:spPr>
          <a:xfrm>
            <a:off x="828810" y="760377"/>
            <a:ext cx="5975836"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22" name="Forme libre 21">
            <a:extLst>
              <a:ext uri="{FF2B5EF4-FFF2-40B4-BE49-F238E27FC236}">
                <a16:creationId xmlns:a16="http://schemas.microsoft.com/office/drawing/2014/main" id="{0512D8CC-A62A-40A3-3FFA-BD1F87DE1522}"/>
              </a:ext>
            </a:extLst>
          </p:cNvPr>
          <p:cNvSpPr/>
          <p:nvPr userDrawn="1"/>
        </p:nvSpPr>
        <p:spPr>
          <a:xfrm rot="16200000">
            <a:off x="-1383079" y="2903623"/>
            <a:ext cx="4383124"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23" name="Espace réservé du texte 81">
            <a:extLst>
              <a:ext uri="{FF2B5EF4-FFF2-40B4-BE49-F238E27FC236}">
                <a16:creationId xmlns:a16="http://schemas.microsoft.com/office/drawing/2014/main" id="{DAF0EE13-BA48-3E03-FCE8-668ACB135660}"/>
              </a:ext>
            </a:extLst>
          </p:cNvPr>
          <p:cNvSpPr>
            <a:spLocks noGrp="1"/>
          </p:cNvSpPr>
          <p:nvPr>
            <p:ph type="body" sz="quarter" idx="11" hasCustomPrompt="1"/>
          </p:nvPr>
        </p:nvSpPr>
        <p:spPr>
          <a:xfrm>
            <a:off x="1285200" y="4486634"/>
            <a:ext cx="759483" cy="258165"/>
          </a:xfrm>
        </p:spPr>
        <p:txBody>
          <a:bodyPr anchor="b"/>
          <a:lstStyle>
            <a:lvl1pPr marL="6351" indent="0">
              <a:buNone/>
              <a:defRPr sz="70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pPr lvl="0"/>
            <a:r>
              <a:rPr lang="fr-FR" dirty="0"/>
              <a:t>MONTH 2024</a:t>
            </a:r>
          </a:p>
        </p:txBody>
      </p:sp>
      <p:sp>
        <p:nvSpPr>
          <p:cNvPr id="24" name="Espace réservé du texte 81">
            <a:extLst>
              <a:ext uri="{FF2B5EF4-FFF2-40B4-BE49-F238E27FC236}">
                <a16:creationId xmlns:a16="http://schemas.microsoft.com/office/drawing/2014/main" id="{6783BFA2-A7E6-4F84-84BA-D5976D269540}"/>
              </a:ext>
            </a:extLst>
          </p:cNvPr>
          <p:cNvSpPr>
            <a:spLocks noGrp="1"/>
          </p:cNvSpPr>
          <p:nvPr>
            <p:ph type="body" sz="quarter" idx="12" hasCustomPrompt="1"/>
          </p:nvPr>
        </p:nvSpPr>
        <p:spPr>
          <a:xfrm>
            <a:off x="2044683" y="4486634"/>
            <a:ext cx="3026141" cy="258165"/>
          </a:xfrm>
        </p:spPr>
        <p:txBody>
          <a:bodyPr anchor="b"/>
          <a:lstStyle>
            <a:lvl1pPr marL="6351" indent="0">
              <a:buNone/>
              <a:defRPr sz="70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r>
              <a:rPr lang="en-GB" dirty="0"/>
              <a:t>• </a:t>
            </a:r>
            <a:r>
              <a:rPr lang="fr-FR" dirty="0">
                <a:effectLst/>
                <a:latin typeface="Noto Sans" panose="020B0502040504020204" pitchFamily="34" charset="0"/>
              </a:rPr>
              <a:t>Document for </a:t>
            </a:r>
            <a:r>
              <a:rPr lang="fr-FR" dirty="0" err="1">
                <a:effectLst/>
                <a:latin typeface="Noto Sans" panose="020B0502040504020204" pitchFamily="34" charset="0"/>
              </a:rPr>
              <a:t>professional</a:t>
            </a:r>
            <a:r>
              <a:rPr lang="fr-FR" dirty="0">
                <a:effectLst/>
                <a:latin typeface="Noto Sans" panose="020B0502040504020204" pitchFamily="34" charset="0"/>
              </a:rPr>
              <a:t> </a:t>
            </a:r>
            <a:r>
              <a:rPr lang="fr-FR" dirty="0" err="1">
                <a:effectLst/>
                <a:latin typeface="Noto Sans" panose="020B0502040504020204" pitchFamily="34" charset="0"/>
              </a:rPr>
              <a:t>investors</a:t>
            </a:r>
            <a:r>
              <a:rPr lang="fr-FR" dirty="0">
                <a:effectLst/>
                <a:latin typeface="Noto Sans" panose="020B0502040504020204" pitchFamily="34" charset="0"/>
              </a:rPr>
              <a:t> </a:t>
            </a:r>
            <a:r>
              <a:rPr lang="fr-FR" dirty="0" err="1">
                <a:effectLst/>
                <a:latin typeface="Noto Sans" panose="020B0502040504020204" pitchFamily="34" charset="0"/>
              </a:rPr>
              <a:t>only</a:t>
            </a:r>
            <a:endParaRPr lang="en-GB" dirty="0"/>
          </a:p>
        </p:txBody>
      </p:sp>
      <p:pic>
        <p:nvPicPr>
          <p:cNvPr id="5" name="Graphic 4">
            <a:extLst>
              <a:ext uri="{FF2B5EF4-FFF2-40B4-BE49-F238E27FC236}">
                <a16:creationId xmlns:a16="http://schemas.microsoft.com/office/drawing/2014/main" id="{DD9F045A-86C6-0812-3813-D4C61BA803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22861" y="284400"/>
            <a:ext cx="1443600" cy="782456"/>
          </a:xfrm>
          <a:prstGeom prst="rect">
            <a:avLst/>
          </a:prstGeom>
        </p:spPr>
      </p:pic>
    </p:spTree>
    <p:extLst>
      <p:ext uri="{BB962C8B-B14F-4D97-AF65-F5344CB8AC3E}">
        <p14:creationId xmlns:p14="http://schemas.microsoft.com/office/powerpoint/2010/main" val="2062730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blank-2">
    <p:spTree>
      <p:nvGrpSpPr>
        <p:cNvPr id="1" name=""/>
        <p:cNvGrpSpPr/>
        <p:nvPr/>
      </p:nvGrpSpPr>
      <p:grpSpPr>
        <a:xfrm>
          <a:off x="0" y="0"/>
          <a:ext cx="0" cy="0"/>
          <a:chOff x="0" y="0"/>
          <a:chExt cx="0" cy="0"/>
        </a:xfrm>
      </p:grpSpPr>
      <p:sp>
        <p:nvSpPr>
          <p:cNvPr id="2" name="Title 1"/>
          <p:cNvSpPr>
            <a:spLocks noGrp="1"/>
          </p:cNvSpPr>
          <p:nvPr>
            <p:ph type="ctrTitle"/>
          </p:nvPr>
        </p:nvSpPr>
        <p:spPr>
          <a:xfrm>
            <a:off x="1285199" y="2358221"/>
            <a:ext cx="5975835" cy="724826"/>
          </a:xfrm>
        </p:spPr>
        <p:txBody>
          <a:bodyPr anchor="b" anchorCtr="0">
            <a:noAutofit/>
          </a:bodyPr>
          <a:lstStyle>
            <a:lvl1pPr algn="l">
              <a:lnSpc>
                <a:spcPts val="2900"/>
              </a:lnSpc>
              <a:defRPr sz="2500" b="1" spc="-1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r>
              <a:rPr lang="en-US"/>
              <a:t>Click to edit Master title style</a:t>
            </a:r>
            <a:endParaRPr lang="fr-FR" noProof="0" dirty="0"/>
          </a:p>
        </p:txBody>
      </p:sp>
      <p:sp>
        <p:nvSpPr>
          <p:cNvPr id="3" name="Subtitle 2"/>
          <p:cNvSpPr>
            <a:spLocks noGrp="1"/>
          </p:cNvSpPr>
          <p:nvPr>
            <p:ph type="subTitle" idx="1"/>
          </p:nvPr>
        </p:nvSpPr>
        <p:spPr>
          <a:xfrm>
            <a:off x="1285200" y="3270572"/>
            <a:ext cx="5975836" cy="559423"/>
          </a:xfrm>
        </p:spPr>
        <p:txBody>
          <a:bodyPr>
            <a:noAutofit/>
          </a:bodyPr>
          <a:lstStyle>
            <a:lvl1pPr marL="0" indent="0" algn="l">
              <a:spcBef>
                <a:spcPts val="0"/>
              </a:spcBef>
              <a:buNone/>
              <a:defRPr sz="1300" b="0" i="0" spc="-10" baseline="0">
                <a:solidFill>
                  <a:srgbClr val="001C4B"/>
                </a:solidFill>
                <a:latin typeface="Noto Sans Med" panose="020B0502040504020204" pitchFamily="34" charset="0"/>
                <a:ea typeface="Noto Sans Med" panose="020B0502040504020204" pitchFamily="34" charset="0"/>
                <a:cs typeface="Noto Sans Med" panose="020B0502040504020204" pitchFamily="34" charset="0"/>
              </a:defRPr>
            </a:lvl1pPr>
            <a:lvl2pPr marL="342857" indent="0" algn="ctr">
              <a:buNone/>
              <a:defRPr sz="1500"/>
            </a:lvl2pPr>
            <a:lvl3pPr marL="685715" indent="0" algn="ctr">
              <a:buNone/>
              <a:defRPr sz="1350"/>
            </a:lvl3pPr>
            <a:lvl4pPr marL="1028573" indent="0" algn="ctr">
              <a:buNone/>
              <a:defRPr sz="1200"/>
            </a:lvl4pPr>
            <a:lvl5pPr marL="1371431" indent="0" algn="ctr">
              <a:buNone/>
              <a:defRPr sz="1200"/>
            </a:lvl5pPr>
            <a:lvl6pPr marL="1714289" indent="0" algn="ctr">
              <a:buNone/>
              <a:defRPr sz="1200"/>
            </a:lvl6pPr>
            <a:lvl7pPr marL="2057144" indent="0" algn="ctr">
              <a:buNone/>
              <a:defRPr sz="1200"/>
            </a:lvl7pPr>
            <a:lvl8pPr marL="2400002" indent="0" algn="ctr">
              <a:buNone/>
              <a:defRPr sz="1200"/>
            </a:lvl8pPr>
            <a:lvl9pPr marL="2742860" indent="0" algn="ctr">
              <a:buNone/>
              <a:defRPr sz="1200"/>
            </a:lvl9pPr>
          </a:lstStyle>
          <a:p>
            <a:r>
              <a:rPr lang="en-US"/>
              <a:t>Click to edit Master subtitle style</a:t>
            </a:r>
            <a:endParaRPr lang="en-US" dirty="0"/>
          </a:p>
        </p:txBody>
      </p:sp>
      <p:sp>
        <p:nvSpPr>
          <p:cNvPr id="5" name="Forme libre 4">
            <a:extLst>
              <a:ext uri="{FF2B5EF4-FFF2-40B4-BE49-F238E27FC236}">
                <a16:creationId xmlns:a16="http://schemas.microsoft.com/office/drawing/2014/main" id="{81B07C38-783E-E35D-F550-E67A8A92F3BE}"/>
              </a:ext>
            </a:extLst>
          </p:cNvPr>
          <p:cNvSpPr/>
          <p:nvPr userDrawn="1"/>
        </p:nvSpPr>
        <p:spPr>
          <a:xfrm rot="16200000">
            <a:off x="-1217195" y="2737739"/>
            <a:ext cx="4051355"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6" name="Espace réservé du texte 81">
            <a:extLst>
              <a:ext uri="{FF2B5EF4-FFF2-40B4-BE49-F238E27FC236}">
                <a16:creationId xmlns:a16="http://schemas.microsoft.com/office/drawing/2014/main" id="{7F0A05DB-6FAF-E48E-84E6-8F4459DB4CBB}"/>
              </a:ext>
            </a:extLst>
          </p:cNvPr>
          <p:cNvSpPr>
            <a:spLocks noGrp="1"/>
          </p:cNvSpPr>
          <p:nvPr>
            <p:ph type="body" sz="quarter" idx="13" hasCustomPrompt="1"/>
          </p:nvPr>
        </p:nvSpPr>
        <p:spPr>
          <a:xfrm>
            <a:off x="1285200" y="4045576"/>
            <a:ext cx="759483" cy="258165"/>
          </a:xfrm>
        </p:spPr>
        <p:txBody>
          <a:bodyPr anchor="b"/>
          <a:lstStyle>
            <a:lvl1pPr marL="6351" indent="0">
              <a:buNone/>
              <a:defRPr sz="70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pPr lvl="0"/>
            <a:r>
              <a:rPr lang="fr-FR" dirty="0"/>
              <a:t>MONTH 2024</a:t>
            </a:r>
          </a:p>
        </p:txBody>
      </p:sp>
      <p:sp>
        <p:nvSpPr>
          <p:cNvPr id="7" name="Espace réservé du texte 81">
            <a:extLst>
              <a:ext uri="{FF2B5EF4-FFF2-40B4-BE49-F238E27FC236}">
                <a16:creationId xmlns:a16="http://schemas.microsoft.com/office/drawing/2014/main" id="{24E26F61-B61B-FAF2-6F9C-11CE2EC192DD}"/>
              </a:ext>
            </a:extLst>
          </p:cNvPr>
          <p:cNvSpPr>
            <a:spLocks noGrp="1"/>
          </p:cNvSpPr>
          <p:nvPr>
            <p:ph type="body" sz="quarter" idx="14" hasCustomPrompt="1"/>
          </p:nvPr>
        </p:nvSpPr>
        <p:spPr>
          <a:xfrm>
            <a:off x="2044683" y="4045576"/>
            <a:ext cx="3026141" cy="258165"/>
          </a:xfrm>
        </p:spPr>
        <p:txBody>
          <a:bodyPr anchor="b"/>
          <a:lstStyle>
            <a:lvl1pPr marL="6351" indent="0">
              <a:buNone/>
              <a:defRPr sz="70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r>
              <a:rPr lang="en-GB" dirty="0"/>
              <a:t>• </a:t>
            </a:r>
            <a:r>
              <a:rPr lang="fr-FR" dirty="0">
                <a:effectLst/>
                <a:latin typeface="Noto Sans" panose="020B0502040504020204" pitchFamily="34" charset="0"/>
              </a:rPr>
              <a:t>Document for </a:t>
            </a:r>
            <a:r>
              <a:rPr lang="fr-FR" dirty="0" err="1">
                <a:effectLst/>
                <a:latin typeface="Noto Sans" panose="020B0502040504020204" pitchFamily="34" charset="0"/>
              </a:rPr>
              <a:t>professional</a:t>
            </a:r>
            <a:r>
              <a:rPr lang="fr-FR" dirty="0">
                <a:effectLst/>
                <a:latin typeface="Noto Sans" panose="020B0502040504020204" pitchFamily="34" charset="0"/>
              </a:rPr>
              <a:t> </a:t>
            </a:r>
            <a:r>
              <a:rPr lang="fr-FR" dirty="0" err="1">
                <a:effectLst/>
                <a:latin typeface="Noto Sans" panose="020B0502040504020204" pitchFamily="34" charset="0"/>
              </a:rPr>
              <a:t>investors</a:t>
            </a:r>
            <a:r>
              <a:rPr lang="fr-FR" dirty="0">
                <a:effectLst/>
                <a:latin typeface="Noto Sans" panose="020B0502040504020204" pitchFamily="34" charset="0"/>
              </a:rPr>
              <a:t> </a:t>
            </a:r>
            <a:r>
              <a:rPr lang="fr-FR" dirty="0" err="1">
                <a:effectLst/>
                <a:latin typeface="Noto Sans" panose="020B0502040504020204" pitchFamily="34" charset="0"/>
              </a:rPr>
              <a:t>only</a:t>
            </a:r>
            <a:endParaRPr lang="en-GB" dirty="0"/>
          </a:p>
        </p:txBody>
      </p:sp>
      <p:sp>
        <p:nvSpPr>
          <p:cNvPr id="9" name="Forme libre 8">
            <a:extLst>
              <a:ext uri="{FF2B5EF4-FFF2-40B4-BE49-F238E27FC236}">
                <a16:creationId xmlns:a16="http://schemas.microsoft.com/office/drawing/2014/main" id="{B87305F2-AFBE-EBE0-195B-9DE232764CEB}"/>
              </a:ext>
            </a:extLst>
          </p:cNvPr>
          <p:cNvSpPr/>
          <p:nvPr userDrawn="1"/>
        </p:nvSpPr>
        <p:spPr>
          <a:xfrm>
            <a:off x="815975" y="760377"/>
            <a:ext cx="5563225"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10" name="Forme libre 9">
            <a:extLst>
              <a:ext uri="{FF2B5EF4-FFF2-40B4-BE49-F238E27FC236}">
                <a16:creationId xmlns:a16="http://schemas.microsoft.com/office/drawing/2014/main" id="{3F3A0A57-DE05-97CD-6FD6-08C2F6615A12}"/>
              </a:ext>
            </a:extLst>
          </p:cNvPr>
          <p:cNvSpPr/>
          <p:nvPr userDrawn="1"/>
        </p:nvSpPr>
        <p:spPr>
          <a:xfrm>
            <a:off x="8059928" y="760264"/>
            <a:ext cx="1083954" cy="97200"/>
          </a:xfrm>
          <a:custGeom>
            <a:avLst/>
            <a:gdLst>
              <a:gd name="connsiteX0" fmla="*/ 0 w 1286893"/>
              <a:gd name="connsiteY0" fmla="*/ 0 h 96631"/>
              <a:gd name="connsiteX1" fmla="*/ 1286894 w 1286893"/>
              <a:gd name="connsiteY1" fmla="*/ 0 h 96631"/>
              <a:gd name="connsiteX2" fmla="*/ 1286894 w 1286893"/>
              <a:gd name="connsiteY2" fmla="*/ 96632 h 96631"/>
              <a:gd name="connsiteX3" fmla="*/ 0 w 1286893"/>
              <a:gd name="connsiteY3" fmla="*/ 96632 h 96631"/>
            </a:gdLst>
            <a:ahLst/>
            <a:cxnLst>
              <a:cxn ang="0">
                <a:pos x="connsiteX0" y="connsiteY0"/>
              </a:cxn>
              <a:cxn ang="0">
                <a:pos x="connsiteX1" y="connsiteY1"/>
              </a:cxn>
              <a:cxn ang="0">
                <a:pos x="connsiteX2" y="connsiteY2"/>
              </a:cxn>
              <a:cxn ang="0">
                <a:pos x="connsiteX3" y="connsiteY3"/>
              </a:cxn>
            </a:cxnLst>
            <a:rect l="l" t="t" r="r" b="b"/>
            <a:pathLst>
              <a:path w="1286893" h="96631">
                <a:moveTo>
                  <a:pt x="0" y="0"/>
                </a:moveTo>
                <a:lnTo>
                  <a:pt x="1286894" y="0"/>
                </a:lnTo>
                <a:lnTo>
                  <a:pt x="1286894" y="96632"/>
                </a:lnTo>
                <a:lnTo>
                  <a:pt x="0" y="96632"/>
                </a:lnTo>
                <a:close/>
              </a:path>
            </a:pathLst>
          </a:custGeom>
          <a:solidFill>
            <a:srgbClr val="019EE0"/>
          </a:solidFill>
          <a:ln w="0" cap="flat">
            <a:noFill/>
            <a:prstDash val="solid"/>
            <a:miter/>
          </a:ln>
        </p:spPr>
        <p:txBody>
          <a:bodyPr rtlCol="0" anchor="ctr"/>
          <a:lstStyle/>
          <a:p>
            <a:endParaRPr lang="fr-FR"/>
          </a:p>
        </p:txBody>
      </p:sp>
      <p:sp>
        <p:nvSpPr>
          <p:cNvPr id="11" name="Forme libre 10">
            <a:extLst>
              <a:ext uri="{FF2B5EF4-FFF2-40B4-BE49-F238E27FC236}">
                <a16:creationId xmlns:a16="http://schemas.microsoft.com/office/drawing/2014/main" id="{1A40575B-E146-3BD8-AFB2-E8717B190F83}"/>
              </a:ext>
            </a:extLst>
          </p:cNvPr>
          <p:cNvSpPr/>
          <p:nvPr userDrawn="1"/>
        </p:nvSpPr>
        <p:spPr>
          <a:xfrm>
            <a:off x="815975" y="4715100"/>
            <a:ext cx="8327906"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12" name="Rectangle 11">
            <a:extLst>
              <a:ext uri="{FF2B5EF4-FFF2-40B4-BE49-F238E27FC236}">
                <a16:creationId xmlns:a16="http://schemas.microsoft.com/office/drawing/2014/main" id="{AEFD43DB-60F0-69E5-0E6E-39DAC8F580D6}"/>
              </a:ext>
            </a:extLst>
          </p:cNvPr>
          <p:cNvSpPr>
            <a:spLocks noChangeAspect="1"/>
          </p:cNvSpPr>
          <p:nvPr userDrawn="1"/>
        </p:nvSpPr>
        <p:spPr>
          <a:xfrm>
            <a:off x="-3"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06211952-6EFD-1268-B0D8-5D1EA9A036DA}"/>
              </a:ext>
            </a:extLst>
          </p:cNvPr>
          <p:cNvSpPr>
            <a:spLocks noChangeAspect="1"/>
          </p:cNvSpPr>
          <p:nvPr userDrawn="1"/>
        </p:nvSpPr>
        <p:spPr>
          <a:xfrm>
            <a:off x="0" y="42860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69892B6F-9A39-8FF4-F99C-3D45A9DDD8CC}"/>
              </a:ext>
            </a:extLst>
          </p:cNvPr>
          <p:cNvSpPr>
            <a:spLocks noChangeAspect="1"/>
          </p:cNvSpPr>
          <p:nvPr userDrawn="1"/>
        </p:nvSpPr>
        <p:spPr>
          <a:xfrm>
            <a:off x="853399"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39B1B74D-F7A7-427F-4C42-2E65F73D513D}"/>
              </a:ext>
            </a:extLst>
          </p:cNvPr>
          <p:cNvSpPr>
            <a:spLocks noChangeAspect="1"/>
          </p:cNvSpPr>
          <p:nvPr userDrawn="1"/>
        </p:nvSpPr>
        <p:spPr>
          <a:xfrm>
            <a:off x="-3" y="85700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F210BEFD-109F-37DE-ED0B-3CC93589B2DE}"/>
              </a:ext>
            </a:extLst>
          </p:cNvPr>
          <p:cNvSpPr>
            <a:spLocks noChangeAspect="1"/>
          </p:cNvSpPr>
          <p:nvPr userDrawn="1"/>
        </p:nvSpPr>
        <p:spPr>
          <a:xfrm>
            <a:off x="0" y="128561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071C3FFE-4231-78CA-D32E-0CB00040402B}"/>
              </a:ext>
            </a:extLst>
          </p:cNvPr>
          <p:cNvSpPr>
            <a:spLocks noChangeAspect="1"/>
          </p:cNvSpPr>
          <p:nvPr userDrawn="1"/>
        </p:nvSpPr>
        <p:spPr>
          <a:xfrm>
            <a:off x="-3" y="171422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a:extLst>
              <a:ext uri="{FF2B5EF4-FFF2-40B4-BE49-F238E27FC236}">
                <a16:creationId xmlns:a16="http://schemas.microsoft.com/office/drawing/2014/main" id="{D7FB0309-AAC2-B57E-8D00-2D7697DD14AF}"/>
              </a:ext>
            </a:extLst>
          </p:cNvPr>
          <p:cNvSpPr>
            <a:spLocks noChangeAspect="1"/>
          </p:cNvSpPr>
          <p:nvPr userDrawn="1"/>
        </p:nvSpPr>
        <p:spPr>
          <a:xfrm>
            <a:off x="0" y="214283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2240B5A4-42DE-8A14-36D6-AFB428B9B1C1}"/>
              </a:ext>
            </a:extLst>
          </p:cNvPr>
          <p:cNvSpPr>
            <a:spLocks noChangeAspect="1"/>
          </p:cNvSpPr>
          <p:nvPr userDrawn="1"/>
        </p:nvSpPr>
        <p:spPr>
          <a:xfrm>
            <a:off x="-3" y="257123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a:extLst>
              <a:ext uri="{FF2B5EF4-FFF2-40B4-BE49-F238E27FC236}">
                <a16:creationId xmlns:a16="http://schemas.microsoft.com/office/drawing/2014/main" id="{1440879F-6B1C-6975-11B0-534AD280C77A}"/>
              </a:ext>
            </a:extLst>
          </p:cNvPr>
          <p:cNvSpPr>
            <a:spLocks noChangeAspect="1"/>
          </p:cNvSpPr>
          <p:nvPr userDrawn="1"/>
        </p:nvSpPr>
        <p:spPr>
          <a:xfrm>
            <a:off x="0" y="2999849"/>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Graphic 3">
            <a:extLst>
              <a:ext uri="{FF2B5EF4-FFF2-40B4-BE49-F238E27FC236}">
                <a16:creationId xmlns:a16="http://schemas.microsoft.com/office/drawing/2014/main" id="{69CAD4E1-CE8D-D68A-F8EF-E72FA15695F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496199" y="284400"/>
            <a:ext cx="1443600" cy="782456"/>
          </a:xfrm>
          <a:prstGeom prst="rect">
            <a:avLst/>
          </a:prstGeom>
        </p:spPr>
      </p:pic>
    </p:spTree>
    <p:extLst>
      <p:ext uri="{BB962C8B-B14F-4D97-AF65-F5344CB8AC3E}">
        <p14:creationId xmlns:p14="http://schemas.microsoft.com/office/powerpoint/2010/main" val="1360131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1">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CC0E64A8-1760-18C4-A4A9-561107482C09}"/>
              </a:ext>
            </a:extLst>
          </p:cNvPr>
          <p:cNvPicPr>
            <a:picLocks/>
          </p:cNvPicPr>
          <p:nvPr userDrawn="1"/>
        </p:nvPicPr>
        <p:blipFill>
          <a:blip r:embed="rId2"/>
          <a:srcRect/>
          <a:stretch/>
        </p:blipFill>
        <p:spPr>
          <a:xfrm>
            <a:off x="-2" y="0"/>
            <a:ext cx="9144000" cy="5143500"/>
          </a:xfrm>
          <a:prstGeom prst="rect">
            <a:avLst/>
          </a:prstGeom>
        </p:spPr>
      </p:pic>
      <p:sp>
        <p:nvSpPr>
          <p:cNvPr id="10" name="Forme libre 9">
            <a:extLst>
              <a:ext uri="{FF2B5EF4-FFF2-40B4-BE49-F238E27FC236}">
                <a16:creationId xmlns:a16="http://schemas.microsoft.com/office/drawing/2014/main" id="{890CC80E-BA80-6CF4-B639-E7BB94813E41}"/>
              </a:ext>
            </a:extLst>
          </p:cNvPr>
          <p:cNvSpPr/>
          <p:nvPr userDrawn="1"/>
        </p:nvSpPr>
        <p:spPr>
          <a:xfrm>
            <a:off x="331767" y="4715100"/>
            <a:ext cx="8440758"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pic>
        <p:nvPicPr>
          <p:cNvPr id="8" name="Image 7">
            <a:extLst>
              <a:ext uri="{FF2B5EF4-FFF2-40B4-BE49-F238E27FC236}">
                <a16:creationId xmlns:a16="http://schemas.microsoft.com/office/drawing/2014/main" id="{48D91661-BB6B-8D42-C429-8A35850E86AA}"/>
              </a:ext>
            </a:extLst>
          </p:cNvPr>
          <p:cNvPicPr>
            <a:picLocks/>
          </p:cNvPicPr>
          <p:nvPr userDrawn="1"/>
        </p:nvPicPr>
        <p:blipFill>
          <a:blip r:embed="rId3"/>
          <a:srcRect/>
          <a:stretch/>
        </p:blipFill>
        <p:spPr>
          <a:xfrm>
            <a:off x="0" y="3600"/>
            <a:ext cx="9144000" cy="5135880"/>
          </a:xfrm>
          <a:prstGeom prst="rect">
            <a:avLst/>
          </a:prstGeom>
        </p:spPr>
      </p:pic>
      <p:sp>
        <p:nvSpPr>
          <p:cNvPr id="2" name="Title 1"/>
          <p:cNvSpPr>
            <a:spLocks noGrp="1"/>
          </p:cNvSpPr>
          <p:nvPr>
            <p:ph type="ctrTitle"/>
          </p:nvPr>
        </p:nvSpPr>
        <p:spPr>
          <a:xfrm>
            <a:off x="856801" y="1876926"/>
            <a:ext cx="3744000" cy="1158905"/>
          </a:xfrm>
        </p:spPr>
        <p:txBody>
          <a:bodyPr anchor="b" anchorCtr="0">
            <a:noAutofit/>
          </a:bodyPr>
          <a:lstStyle>
            <a:lvl1pPr algn="l">
              <a:lnSpc>
                <a:spcPts val="2900"/>
              </a:lnSpc>
              <a:defRPr sz="2500" b="1" spc="-1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r>
              <a:rPr lang="en-US"/>
              <a:t>Click to edit Master title style</a:t>
            </a:r>
            <a:endParaRPr lang="fr-FR" noProof="0" dirty="0"/>
          </a:p>
        </p:txBody>
      </p:sp>
      <p:sp>
        <p:nvSpPr>
          <p:cNvPr id="3" name="Subtitle 2"/>
          <p:cNvSpPr>
            <a:spLocks noGrp="1"/>
          </p:cNvSpPr>
          <p:nvPr>
            <p:ph type="subTitle" idx="1"/>
          </p:nvPr>
        </p:nvSpPr>
        <p:spPr>
          <a:xfrm>
            <a:off x="856799" y="3394615"/>
            <a:ext cx="3744000" cy="559423"/>
          </a:xfrm>
        </p:spPr>
        <p:txBody>
          <a:bodyPr>
            <a:noAutofit/>
          </a:bodyPr>
          <a:lstStyle>
            <a:lvl1pPr marL="0" indent="0" algn="l">
              <a:spcBef>
                <a:spcPts val="0"/>
              </a:spcBef>
              <a:buNone/>
              <a:defRPr sz="1300" b="0" i="0" spc="-10" baseline="0">
                <a:solidFill>
                  <a:schemeClr val="bg1"/>
                </a:solidFill>
                <a:latin typeface="Noto Sans Med" panose="020B0502040504020204" pitchFamily="34" charset="0"/>
                <a:ea typeface="Noto Sans Med" panose="020B0502040504020204" pitchFamily="34" charset="0"/>
                <a:cs typeface="Noto Sans Med" panose="020B0502040504020204" pitchFamily="34" charset="0"/>
              </a:defRPr>
            </a:lvl1pPr>
            <a:lvl2pPr marL="342857" indent="0" algn="ctr">
              <a:buNone/>
              <a:defRPr sz="1500"/>
            </a:lvl2pPr>
            <a:lvl3pPr marL="685715" indent="0" algn="ctr">
              <a:buNone/>
              <a:defRPr sz="1350"/>
            </a:lvl3pPr>
            <a:lvl4pPr marL="1028573" indent="0" algn="ctr">
              <a:buNone/>
              <a:defRPr sz="1200"/>
            </a:lvl4pPr>
            <a:lvl5pPr marL="1371431" indent="0" algn="ctr">
              <a:buNone/>
              <a:defRPr sz="1200"/>
            </a:lvl5pPr>
            <a:lvl6pPr marL="1714289" indent="0" algn="ctr">
              <a:buNone/>
              <a:defRPr sz="1200"/>
            </a:lvl6pPr>
            <a:lvl7pPr marL="2057144" indent="0" algn="ctr">
              <a:buNone/>
              <a:defRPr sz="1200"/>
            </a:lvl7pPr>
            <a:lvl8pPr marL="2400002" indent="0" algn="ctr">
              <a:buNone/>
              <a:defRPr sz="1200"/>
            </a:lvl8pPr>
            <a:lvl9pPr marL="2742860" indent="0" algn="ctr">
              <a:buNone/>
              <a:defRPr sz="1200"/>
            </a:lvl9pPr>
          </a:lstStyle>
          <a:p>
            <a:r>
              <a:rPr lang="en-US"/>
              <a:t>Click to edit Master subtitle style</a:t>
            </a:r>
            <a:endParaRPr lang="en-US" dirty="0"/>
          </a:p>
        </p:txBody>
      </p:sp>
      <p:sp>
        <p:nvSpPr>
          <p:cNvPr id="70" name="Forme libre 69">
            <a:extLst>
              <a:ext uri="{FF2B5EF4-FFF2-40B4-BE49-F238E27FC236}">
                <a16:creationId xmlns:a16="http://schemas.microsoft.com/office/drawing/2014/main" id="{D62011F9-E62E-CF7B-CDC0-8CE01CA7E752}"/>
              </a:ext>
            </a:extLst>
          </p:cNvPr>
          <p:cNvSpPr/>
          <p:nvPr userDrawn="1"/>
        </p:nvSpPr>
        <p:spPr>
          <a:xfrm>
            <a:off x="331767" y="760377"/>
            <a:ext cx="6047433"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75" name="Forme libre 74">
            <a:extLst>
              <a:ext uri="{FF2B5EF4-FFF2-40B4-BE49-F238E27FC236}">
                <a16:creationId xmlns:a16="http://schemas.microsoft.com/office/drawing/2014/main" id="{D20C62C1-8E69-88E5-A947-332B553C156C}"/>
              </a:ext>
            </a:extLst>
          </p:cNvPr>
          <p:cNvSpPr/>
          <p:nvPr userDrawn="1"/>
        </p:nvSpPr>
        <p:spPr>
          <a:xfrm rot="16200000">
            <a:off x="-1591809" y="2724590"/>
            <a:ext cx="3943786"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78" name="Espace réservé du texte 81">
            <a:extLst>
              <a:ext uri="{FF2B5EF4-FFF2-40B4-BE49-F238E27FC236}">
                <a16:creationId xmlns:a16="http://schemas.microsoft.com/office/drawing/2014/main" id="{CEB533F0-4A85-F96D-8736-FC987D221A9A}"/>
              </a:ext>
            </a:extLst>
          </p:cNvPr>
          <p:cNvSpPr>
            <a:spLocks noGrp="1"/>
          </p:cNvSpPr>
          <p:nvPr>
            <p:ph type="body" sz="quarter" idx="12" hasCustomPrompt="1"/>
          </p:nvPr>
        </p:nvSpPr>
        <p:spPr>
          <a:xfrm>
            <a:off x="1587600" y="4055749"/>
            <a:ext cx="3026141" cy="250900"/>
          </a:xfrm>
        </p:spPr>
        <p:txBody>
          <a:bodyPr anchor="b"/>
          <a:lstStyle>
            <a:lvl1pPr marL="6351" indent="0">
              <a:buNone/>
              <a:defRPr sz="70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r>
              <a:rPr lang="en-GB" dirty="0"/>
              <a:t>• </a:t>
            </a:r>
            <a:r>
              <a:rPr lang="fr-FR" dirty="0">
                <a:effectLst/>
                <a:latin typeface="Noto Sans" panose="020B0502040504020204" pitchFamily="34" charset="0"/>
              </a:rPr>
              <a:t>Document for </a:t>
            </a:r>
            <a:r>
              <a:rPr lang="fr-FR" dirty="0" err="1">
                <a:effectLst/>
                <a:latin typeface="Noto Sans" panose="020B0502040504020204" pitchFamily="34" charset="0"/>
              </a:rPr>
              <a:t>professional</a:t>
            </a:r>
            <a:r>
              <a:rPr lang="fr-FR" dirty="0">
                <a:effectLst/>
                <a:latin typeface="Noto Sans" panose="020B0502040504020204" pitchFamily="34" charset="0"/>
              </a:rPr>
              <a:t> </a:t>
            </a:r>
            <a:r>
              <a:rPr lang="fr-FR" dirty="0" err="1">
                <a:effectLst/>
                <a:latin typeface="Noto Sans" panose="020B0502040504020204" pitchFamily="34" charset="0"/>
              </a:rPr>
              <a:t>investors</a:t>
            </a:r>
            <a:r>
              <a:rPr lang="fr-FR" dirty="0">
                <a:effectLst/>
                <a:latin typeface="Noto Sans" panose="020B0502040504020204" pitchFamily="34" charset="0"/>
              </a:rPr>
              <a:t> </a:t>
            </a:r>
            <a:r>
              <a:rPr lang="fr-FR" dirty="0" err="1">
                <a:effectLst/>
                <a:latin typeface="Noto Sans" panose="020B0502040504020204" pitchFamily="34" charset="0"/>
              </a:rPr>
              <a:t>only</a:t>
            </a:r>
            <a:endParaRPr lang="en-GB" dirty="0"/>
          </a:p>
        </p:txBody>
      </p:sp>
      <p:sp>
        <p:nvSpPr>
          <p:cNvPr id="7" name="Forme libre 6">
            <a:extLst>
              <a:ext uri="{FF2B5EF4-FFF2-40B4-BE49-F238E27FC236}">
                <a16:creationId xmlns:a16="http://schemas.microsoft.com/office/drawing/2014/main" id="{FF49AF96-EB84-99CE-22EA-A99929C53BC8}"/>
              </a:ext>
            </a:extLst>
          </p:cNvPr>
          <p:cNvSpPr/>
          <p:nvPr userDrawn="1"/>
        </p:nvSpPr>
        <p:spPr>
          <a:xfrm>
            <a:off x="8059928" y="760264"/>
            <a:ext cx="712597" cy="97200"/>
          </a:xfrm>
          <a:custGeom>
            <a:avLst/>
            <a:gdLst>
              <a:gd name="connsiteX0" fmla="*/ 0 w 1286893"/>
              <a:gd name="connsiteY0" fmla="*/ 0 h 96631"/>
              <a:gd name="connsiteX1" fmla="*/ 1286894 w 1286893"/>
              <a:gd name="connsiteY1" fmla="*/ 0 h 96631"/>
              <a:gd name="connsiteX2" fmla="*/ 1286894 w 1286893"/>
              <a:gd name="connsiteY2" fmla="*/ 96632 h 96631"/>
              <a:gd name="connsiteX3" fmla="*/ 0 w 1286893"/>
              <a:gd name="connsiteY3" fmla="*/ 96632 h 96631"/>
            </a:gdLst>
            <a:ahLst/>
            <a:cxnLst>
              <a:cxn ang="0">
                <a:pos x="connsiteX0" y="connsiteY0"/>
              </a:cxn>
              <a:cxn ang="0">
                <a:pos x="connsiteX1" y="connsiteY1"/>
              </a:cxn>
              <a:cxn ang="0">
                <a:pos x="connsiteX2" y="connsiteY2"/>
              </a:cxn>
              <a:cxn ang="0">
                <a:pos x="connsiteX3" y="connsiteY3"/>
              </a:cxn>
            </a:cxnLst>
            <a:rect l="l" t="t" r="r" b="b"/>
            <a:pathLst>
              <a:path w="1286893" h="96631">
                <a:moveTo>
                  <a:pt x="0" y="0"/>
                </a:moveTo>
                <a:lnTo>
                  <a:pt x="1286894" y="0"/>
                </a:lnTo>
                <a:lnTo>
                  <a:pt x="1286894" y="96632"/>
                </a:lnTo>
                <a:lnTo>
                  <a:pt x="0" y="96632"/>
                </a:lnTo>
                <a:close/>
              </a:path>
            </a:pathLst>
          </a:custGeom>
          <a:solidFill>
            <a:srgbClr val="019EE0"/>
          </a:solidFill>
          <a:ln w="0" cap="flat">
            <a:noFill/>
            <a:prstDash val="solid"/>
            <a:miter/>
          </a:ln>
        </p:spPr>
        <p:txBody>
          <a:bodyPr rtlCol="0" anchor="ctr"/>
          <a:lstStyle/>
          <a:p>
            <a:endParaRPr lang="fr-FR"/>
          </a:p>
        </p:txBody>
      </p:sp>
      <p:sp>
        <p:nvSpPr>
          <p:cNvPr id="11" name="Forme libre 10">
            <a:extLst>
              <a:ext uri="{FF2B5EF4-FFF2-40B4-BE49-F238E27FC236}">
                <a16:creationId xmlns:a16="http://schemas.microsoft.com/office/drawing/2014/main" id="{D86FC8AD-B83A-D1BC-C2DE-F09474A82F7F}"/>
              </a:ext>
            </a:extLst>
          </p:cNvPr>
          <p:cNvSpPr/>
          <p:nvPr userDrawn="1"/>
        </p:nvSpPr>
        <p:spPr>
          <a:xfrm rot="16200000">
            <a:off x="6738065" y="2737682"/>
            <a:ext cx="4051467"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77" name="Espace réservé du texte 81">
            <a:extLst>
              <a:ext uri="{FF2B5EF4-FFF2-40B4-BE49-F238E27FC236}">
                <a16:creationId xmlns:a16="http://schemas.microsoft.com/office/drawing/2014/main" id="{A71CEE15-A6C7-0712-282F-A785EC1E03B3}"/>
              </a:ext>
            </a:extLst>
          </p:cNvPr>
          <p:cNvSpPr>
            <a:spLocks noGrp="1"/>
          </p:cNvSpPr>
          <p:nvPr>
            <p:ph type="body" sz="quarter" idx="11" hasCustomPrompt="1"/>
          </p:nvPr>
        </p:nvSpPr>
        <p:spPr>
          <a:xfrm>
            <a:off x="856801" y="4048484"/>
            <a:ext cx="730798" cy="258165"/>
          </a:xfrm>
        </p:spPr>
        <p:txBody>
          <a:bodyPr anchor="b"/>
          <a:lstStyle>
            <a:lvl1pPr marL="6351" indent="0">
              <a:buNone/>
              <a:defRPr sz="70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pPr lvl="0"/>
            <a:r>
              <a:rPr lang="fr-FR" dirty="0"/>
              <a:t>MONTH 2024</a:t>
            </a:r>
          </a:p>
        </p:txBody>
      </p:sp>
      <p:sp>
        <p:nvSpPr>
          <p:cNvPr id="4" name="Rectangle 3">
            <a:extLst>
              <a:ext uri="{FF2B5EF4-FFF2-40B4-BE49-F238E27FC236}">
                <a16:creationId xmlns:a16="http://schemas.microsoft.com/office/drawing/2014/main" id="{2827FED3-B555-0F89-7F36-BE59B33FA636}"/>
              </a:ext>
            </a:extLst>
          </p:cNvPr>
          <p:cNvSpPr>
            <a:spLocks noChangeAspect="1"/>
          </p:cNvSpPr>
          <p:nvPr userDrawn="1"/>
        </p:nvSpPr>
        <p:spPr>
          <a:xfrm>
            <a:off x="-3"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AF8FE08B-A19B-B932-0C1F-A5C2590729D3}"/>
              </a:ext>
            </a:extLst>
          </p:cNvPr>
          <p:cNvSpPr>
            <a:spLocks noChangeAspect="1"/>
          </p:cNvSpPr>
          <p:nvPr userDrawn="1"/>
        </p:nvSpPr>
        <p:spPr>
          <a:xfrm>
            <a:off x="428397"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05708805-D6FB-1072-B4D3-2D05C07DBB24}"/>
              </a:ext>
            </a:extLst>
          </p:cNvPr>
          <p:cNvSpPr>
            <a:spLocks noChangeAspect="1"/>
          </p:cNvSpPr>
          <p:nvPr userDrawn="1"/>
        </p:nvSpPr>
        <p:spPr>
          <a:xfrm>
            <a:off x="853399"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Graphic 11">
            <a:extLst>
              <a:ext uri="{FF2B5EF4-FFF2-40B4-BE49-F238E27FC236}">
                <a16:creationId xmlns:a16="http://schemas.microsoft.com/office/drawing/2014/main" id="{C8D7AB57-A301-D1B4-5B1D-345F327FF3EF}"/>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6496199" y="284400"/>
            <a:ext cx="1443600" cy="782455"/>
          </a:xfrm>
          <a:prstGeom prst="rect">
            <a:avLst/>
          </a:prstGeom>
        </p:spPr>
      </p:pic>
    </p:spTree>
    <p:extLst>
      <p:ext uri="{BB962C8B-B14F-4D97-AF65-F5344CB8AC3E}">
        <p14:creationId xmlns:p14="http://schemas.microsoft.com/office/powerpoint/2010/main" val="2810617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2">
    <p:spTree>
      <p:nvGrpSpPr>
        <p:cNvPr id="1" name=""/>
        <p:cNvGrpSpPr/>
        <p:nvPr/>
      </p:nvGrpSpPr>
      <p:grpSpPr>
        <a:xfrm>
          <a:off x="0" y="0"/>
          <a:ext cx="0" cy="0"/>
          <a:chOff x="0" y="0"/>
          <a:chExt cx="0" cy="0"/>
        </a:xfrm>
      </p:grpSpPr>
      <p:pic>
        <p:nvPicPr>
          <p:cNvPr id="137" name="Image 136" descr="Une image contenant ciel, Visage humain, personne, plein air&#10;&#10;Description générée automatiquement">
            <a:extLst>
              <a:ext uri="{FF2B5EF4-FFF2-40B4-BE49-F238E27FC236}">
                <a16:creationId xmlns:a16="http://schemas.microsoft.com/office/drawing/2014/main" id="{720FCE97-FD77-8FD9-73F7-3ABB406038EE}"/>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2" name="Title 1"/>
          <p:cNvSpPr>
            <a:spLocks noGrp="1"/>
          </p:cNvSpPr>
          <p:nvPr>
            <p:ph type="ctrTitle"/>
          </p:nvPr>
        </p:nvSpPr>
        <p:spPr>
          <a:xfrm>
            <a:off x="828810" y="2355035"/>
            <a:ext cx="4895070" cy="731176"/>
          </a:xfrm>
        </p:spPr>
        <p:txBody>
          <a:bodyPr anchor="b" anchorCtr="0">
            <a:noAutofit/>
          </a:bodyPr>
          <a:lstStyle>
            <a:lvl1pPr algn="l">
              <a:lnSpc>
                <a:spcPts val="2900"/>
              </a:lnSpc>
              <a:defRPr sz="2500" b="1" spc="-1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r>
              <a:rPr lang="en-US"/>
              <a:t>Click to edit Master title style</a:t>
            </a:r>
            <a:endParaRPr lang="fr-FR" noProof="0" dirty="0"/>
          </a:p>
        </p:txBody>
      </p:sp>
      <p:sp>
        <p:nvSpPr>
          <p:cNvPr id="3" name="Subtitle 2"/>
          <p:cNvSpPr>
            <a:spLocks noGrp="1"/>
          </p:cNvSpPr>
          <p:nvPr>
            <p:ph type="subTitle" idx="1"/>
          </p:nvPr>
        </p:nvSpPr>
        <p:spPr>
          <a:xfrm>
            <a:off x="828810" y="3273736"/>
            <a:ext cx="4895071" cy="559423"/>
          </a:xfrm>
        </p:spPr>
        <p:txBody>
          <a:bodyPr>
            <a:noAutofit/>
          </a:bodyPr>
          <a:lstStyle>
            <a:lvl1pPr marL="0" indent="0" algn="l">
              <a:spcBef>
                <a:spcPts val="0"/>
              </a:spcBef>
              <a:buNone/>
              <a:defRPr sz="1300" b="0" i="0" spc="-10" baseline="0">
                <a:solidFill>
                  <a:srgbClr val="001C4B"/>
                </a:solidFill>
                <a:latin typeface="Noto Sans Med" panose="020B0502040504020204" pitchFamily="34" charset="0"/>
                <a:ea typeface="Noto Sans Med" panose="020B0502040504020204" pitchFamily="34" charset="0"/>
                <a:cs typeface="Noto Sans Med" panose="020B0502040504020204" pitchFamily="34" charset="0"/>
              </a:defRPr>
            </a:lvl1pPr>
            <a:lvl2pPr marL="342857" indent="0" algn="ctr">
              <a:buNone/>
              <a:defRPr sz="1500"/>
            </a:lvl2pPr>
            <a:lvl3pPr marL="685715" indent="0" algn="ctr">
              <a:buNone/>
              <a:defRPr sz="1350"/>
            </a:lvl3pPr>
            <a:lvl4pPr marL="1028573" indent="0" algn="ctr">
              <a:buNone/>
              <a:defRPr sz="1200"/>
            </a:lvl4pPr>
            <a:lvl5pPr marL="1371431" indent="0" algn="ctr">
              <a:buNone/>
              <a:defRPr sz="1200"/>
            </a:lvl5pPr>
            <a:lvl6pPr marL="1714289" indent="0" algn="ctr">
              <a:buNone/>
              <a:defRPr sz="1200"/>
            </a:lvl6pPr>
            <a:lvl7pPr marL="2057144" indent="0" algn="ctr">
              <a:buNone/>
              <a:defRPr sz="1200"/>
            </a:lvl7pPr>
            <a:lvl8pPr marL="2400002" indent="0" algn="ctr">
              <a:buNone/>
              <a:defRPr sz="1200"/>
            </a:lvl8pPr>
            <a:lvl9pPr marL="2742860" indent="0" algn="ctr">
              <a:buNone/>
              <a:defRPr sz="1200"/>
            </a:lvl9pPr>
          </a:lstStyle>
          <a:p>
            <a:r>
              <a:rPr lang="en-US"/>
              <a:t>Click to edit Master subtitle style</a:t>
            </a:r>
            <a:endParaRPr lang="en-US" dirty="0"/>
          </a:p>
        </p:txBody>
      </p:sp>
      <p:sp>
        <p:nvSpPr>
          <p:cNvPr id="70" name="Forme libre 69">
            <a:extLst>
              <a:ext uri="{FF2B5EF4-FFF2-40B4-BE49-F238E27FC236}">
                <a16:creationId xmlns:a16="http://schemas.microsoft.com/office/drawing/2014/main" id="{D62011F9-E62E-CF7B-CDC0-8CE01CA7E752}"/>
              </a:ext>
            </a:extLst>
          </p:cNvPr>
          <p:cNvSpPr/>
          <p:nvPr userDrawn="1"/>
        </p:nvSpPr>
        <p:spPr>
          <a:xfrm>
            <a:off x="331768" y="760377"/>
            <a:ext cx="6472878"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75" name="Forme libre 74">
            <a:extLst>
              <a:ext uri="{FF2B5EF4-FFF2-40B4-BE49-F238E27FC236}">
                <a16:creationId xmlns:a16="http://schemas.microsoft.com/office/drawing/2014/main" id="{D20C62C1-8E69-88E5-A947-332B553C156C}"/>
              </a:ext>
            </a:extLst>
          </p:cNvPr>
          <p:cNvSpPr/>
          <p:nvPr userDrawn="1"/>
        </p:nvSpPr>
        <p:spPr>
          <a:xfrm rot="16200000">
            <a:off x="-1791160" y="2923941"/>
            <a:ext cx="4342488"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77" name="Espace réservé du texte 81">
            <a:extLst>
              <a:ext uri="{FF2B5EF4-FFF2-40B4-BE49-F238E27FC236}">
                <a16:creationId xmlns:a16="http://schemas.microsoft.com/office/drawing/2014/main" id="{A71CEE15-A6C7-0712-282F-A785EC1E03B3}"/>
              </a:ext>
            </a:extLst>
          </p:cNvPr>
          <p:cNvSpPr>
            <a:spLocks noGrp="1"/>
          </p:cNvSpPr>
          <p:nvPr>
            <p:ph type="body" sz="quarter" idx="11" hasCustomPrompt="1"/>
          </p:nvPr>
        </p:nvSpPr>
        <p:spPr>
          <a:xfrm>
            <a:off x="828810" y="4486634"/>
            <a:ext cx="759483" cy="258165"/>
          </a:xfrm>
        </p:spPr>
        <p:txBody>
          <a:bodyPr anchor="b"/>
          <a:lstStyle>
            <a:lvl1pPr marL="6351" indent="0">
              <a:buNone/>
              <a:defRPr sz="70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pPr lvl="0"/>
            <a:r>
              <a:rPr lang="fr-FR" dirty="0"/>
              <a:t>MONTH 2024</a:t>
            </a:r>
          </a:p>
        </p:txBody>
      </p:sp>
      <p:sp>
        <p:nvSpPr>
          <p:cNvPr id="78" name="Espace réservé du texte 81">
            <a:extLst>
              <a:ext uri="{FF2B5EF4-FFF2-40B4-BE49-F238E27FC236}">
                <a16:creationId xmlns:a16="http://schemas.microsoft.com/office/drawing/2014/main" id="{CEB533F0-4A85-F96D-8736-FC987D221A9A}"/>
              </a:ext>
            </a:extLst>
          </p:cNvPr>
          <p:cNvSpPr>
            <a:spLocks noGrp="1"/>
          </p:cNvSpPr>
          <p:nvPr>
            <p:ph type="body" sz="quarter" idx="12" hasCustomPrompt="1"/>
          </p:nvPr>
        </p:nvSpPr>
        <p:spPr>
          <a:xfrm>
            <a:off x="1588293" y="4486634"/>
            <a:ext cx="3026141" cy="258165"/>
          </a:xfrm>
        </p:spPr>
        <p:txBody>
          <a:bodyPr anchor="b"/>
          <a:lstStyle>
            <a:lvl1pPr marL="6351" indent="0">
              <a:buNone/>
              <a:defRPr sz="700" baseline="0">
                <a:solidFill>
                  <a:srgbClr val="001C4B"/>
                </a:solidFill>
                <a:latin typeface="Noto Sans" panose="020B0502040504020204" pitchFamily="34" charset="0"/>
                <a:ea typeface="Noto Sans" panose="020B0502040504020204" pitchFamily="34" charset="0"/>
                <a:cs typeface="Noto Sans" panose="020B0502040504020204" pitchFamily="34" charset="0"/>
              </a:defRPr>
            </a:lvl1pPr>
          </a:lstStyle>
          <a:p>
            <a:r>
              <a:rPr lang="en-GB" dirty="0"/>
              <a:t>• </a:t>
            </a:r>
            <a:r>
              <a:rPr lang="fr-FR" dirty="0">
                <a:effectLst/>
                <a:latin typeface="Noto Sans" panose="020B0502040504020204" pitchFamily="34" charset="0"/>
              </a:rPr>
              <a:t>Document for </a:t>
            </a:r>
            <a:r>
              <a:rPr lang="fr-FR" dirty="0" err="1">
                <a:effectLst/>
                <a:latin typeface="Noto Sans" panose="020B0502040504020204" pitchFamily="34" charset="0"/>
              </a:rPr>
              <a:t>professional</a:t>
            </a:r>
            <a:r>
              <a:rPr lang="fr-FR" dirty="0">
                <a:effectLst/>
                <a:latin typeface="Noto Sans" panose="020B0502040504020204" pitchFamily="34" charset="0"/>
              </a:rPr>
              <a:t> </a:t>
            </a:r>
            <a:r>
              <a:rPr lang="fr-FR" dirty="0" err="1">
                <a:effectLst/>
                <a:latin typeface="Noto Sans" panose="020B0502040504020204" pitchFamily="34" charset="0"/>
              </a:rPr>
              <a:t>investors</a:t>
            </a:r>
            <a:r>
              <a:rPr lang="fr-FR" dirty="0">
                <a:effectLst/>
                <a:latin typeface="Noto Sans" panose="020B0502040504020204" pitchFamily="34" charset="0"/>
              </a:rPr>
              <a:t> </a:t>
            </a:r>
            <a:r>
              <a:rPr lang="fr-FR" dirty="0" err="1">
                <a:effectLst/>
                <a:latin typeface="Noto Sans" panose="020B0502040504020204" pitchFamily="34" charset="0"/>
              </a:rPr>
              <a:t>only</a:t>
            </a:r>
            <a:endParaRPr lang="en-GB" dirty="0"/>
          </a:p>
        </p:txBody>
      </p:sp>
      <p:sp>
        <p:nvSpPr>
          <p:cNvPr id="5" name="Rectangle 4">
            <a:extLst>
              <a:ext uri="{FF2B5EF4-FFF2-40B4-BE49-F238E27FC236}">
                <a16:creationId xmlns:a16="http://schemas.microsoft.com/office/drawing/2014/main" id="{560B6729-9DC1-9D8F-6A3A-F520E1168BCC}"/>
              </a:ext>
            </a:extLst>
          </p:cNvPr>
          <p:cNvSpPr>
            <a:spLocks noChangeAspect="1"/>
          </p:cNvSpPr>
          <p:nvPr userDrawn="1"/>
        </p:nvSpPr>
        <p:spPr>
          <a:xfrm>
            <a:off x="428397"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6FD495CB-1A2C-7E68-1B8C-4DE7875DB132}"/>
              </a:ext>
            </a:extLst>
          </p:cNvPr>
          <p:cNvSpPr>
            <a:spLocks noChangeAspect="1"/>
          </p:cNvSpPr>
          <p:nvPr userDrawn="1"/>
        </p:nvSpPr>
        <p:spPr>
          <a:xfrm>
            <a:off x="853399"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Graphic 3">
            <a:extLst>
              <a:ext uri="{FF2B5EF4-FFF2-40B4-BE49-F238E27FC236}">
                <a16:creationId xmlns:a16="http://schemas.microsoft.com/office/drawing/2014/main" id="{902E4C7B-8D5E-B9D2-D8F6-B3BC785327B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6921061" y="284400"/>
            <a:ext cx="1443600" cy="782455"/>
          </a:xfrm>
          <a:prstGeom prst="rect">
            <a:avLst/>
          </a:prstGeom>
        </p:spPr>
      </p:pic>
    </p:spTree>
    <p:extLst>
      <p:ext uri="{BB962C8B-B14F-4D97-AF65-F5344CB8AC3E}">
        <p14:creationId xmlns:p14="http://schemas.microsoft.com/office/powerpoint/2010/main" val="715245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3">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CC0E64A8-1760-18C4-A4A9-561107482C09}"/>
              </a:ext>
            </a:extLst>
          </p:cNvPr>
          <p:cNvPicPr>
            <a:picLocks/>
          </p:cNvPicPr>
          <p:nvPr userDrawn="1"/>
        </p:nvPicPr>
        <p:blipFill>
          <a:blip r:embed="rId2"/>
          <a:srcRect/>
          <a:stretch/>
        </p:blipFill>
        <p:spPr>
          <a:xfrm>
            <a:off x="-2" y="4044"/>
            <a:ext cx="9144000" cy="5135880"/>
          </a:xfrm>
          <a:prstGeom prst="rect">
            <a:avLst/>
          </a:prstGeom>
        </p:spPr>
      </p:pic>
      <p:sp>
        <p:nvSpPr>
          <p:cNvPr id="64" name="Forme libre 63">
            <a:extLst>
              <a:ext uri="{FF2B5EF4-FFF2-40B4-BE49-F238E27FC236}">
                <a16:creationId xmlns:a16="http://schemas.microsoft.com/office/drawing/2014/main" id="{F27D0632-0BA3-7E34-0DD8-02D49E22297A}"/>
              </a:ext>
            </a:extLst>
          </p:cNvPr>
          <p:cNvSpPr/>
          <p:nvPr userDrawn="1"/>
        </p:nvSpPr>
        <p:spPr>
          <a:xfrm>
            <a:off x="760164" y="760377"/>
            <a:ext cx="6044482"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10" name="Forme libre 9">
            <a:extLst>
              <a:ext uri="{FF2B5EF4-FFF2-40B4-BE49-F238E27FC236}">
                <a16:creationId xmlns:a16="http://schemas.microsoft.com/office/drawing/2014/main" id="{890CC80E-BA80-6CF4-B639-E7BB94813E41}"/>
              </a:ext>
            </a:extLst>
          </p:cNvPr>
          <p:cNvSpPr/>
          <p:nvPr userDrawn="1"/>
        </p:nvSpPr>
        <p:spPr>
          <a:xfrm>
            <a:off x="760164" y="4715100"/>
            <a:ext cx="8383833"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2" name="Title 1"/>
          <p:cNvSpPr>
            <a:spLocks noGrp="1"/>
          </p:cNvSpPr>
          <p:nvPr>
            <p:ph type="ctrTitle"/>
          </p:nvPr>
        </p:nvSpPr>
        <p:spPr>
          <a:xfrm>
            <a:off x="1281799" y="1748886"/>
            <a:ext cx="3780000" cy="1286946"/>
          </a:xfrm>
        </p:spPr>
        <p:txBody>
          <a:bodyPr anchor="b" anchorCtr="0">
            <a:noAutofit/>
          </a:bodyPr>
          <a:lstStyle>
            <a:lvl1pPr algn="l">
              <a:lnSpc>
                <a:spcPts val="2900"/>
              </a:lnSpc>
              <a:defRPr sz="2500" b="1" spc="-1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r>
              <a:rPr lang="en-US"/>
              <a:t>Click to edit Master title style</a:t>
            </a:r>
            <a:endParaRPr lang="fr-FR" noProof="0" dirty="0"/>
          </a:p>
        </p:txBody>
      </p:sp>
      <p:sp>
        <p:nvSpPr>
          <p:cNvPr id="3" name="Subtitle 2"/>
          <p:cNvSpPr>
            <a:spLocks noGrp="1"/>
          </p:cNvSpPr>
          <p:nvPr>
            <p:ph type="subTitle" idx="1"/>
          </p:nvPr>
        </p:nvSpPr>
        <p:spPr>
          <a:xfrm>
            <a:off x="1281798" y="3394615"/>
            <a:ext cx="3780000" cy="559423"/>
          </a:xfrm>
        </p:spPr>
        <p:txBody>
          <a:bodyPr>
            <a:noAutofit/>
          </a:bodyPr>
          <a:lstStyle>
            <a:lvl1pPr marL="0" indent="0" algn="l">
              <a:spcBef>
                <a:spcPts val="0"/>
              </a:spcBef>
              <a:buNone/>
              <a:defRPr sz="1300" b="0" i="0" spc="-10" baseline="0">
                <a:solidFill>
                  <a:schemeClr val="bg1"/>
                </a:solidFill>
                <a:latin typeface="Noto Sans Med" panose="020B0502040504020204" pitchFamily="34" charset="0"/>
                <a:ea typeface="Noto Sans Med" panose="020B0502040504020204" pitchFamily="34" charset="0"/>
                <a:cs typeface="Noto Sans Med" panose="020B0502040504020204" pitchFamily="34" charset="0"/>
              </a:defRPr>
            </a:lvl1pPr>
            <a:lvl2pPr marL="342857" indent="0" algn="ctr">
              <a:buNone/>
              <a:defRPr sz="1500"/>
            </a:lvl2pPr>
            <a:lvl3pPr marL="685715" indent="0" algn="ctr">
              <a:buNone/>
              <a:defRPr sz="1350"/>
            </a:lvl3pPr>
            <a:lvl4pPr marL="1028573" indent="0" algn="ctr">
              <a:buNone/>
              <a:defRPr sz="1200"/>
            </a:lvl4pPr>
            <a:lvl5pPr marL="1371431" indent="0" algn="ctr">
              <a:buNone/>
              <a:defRPr sz="1200"/>
            </a:lvl5pPr>
            <a:lvl6pPr marL="1714289" indent="0" algn="ctr">
              <a:buNone/>
              <a:defRPr sz="1200"/>
            </a:lvl6pPr>
            <a:lvl7pPr marL="2057144" indent="0" algn="ctr">
              <a:buNone/>
              <a:defRPr sz="1200"/>
            </a:lvl7pPr>
            <a:lvl8pPr marL="2400002" indent="0" algn="ctr">
              <a:buNone/>
              <a:defRPr sz="1200"/>
            </a:lvl8pPr>
            <a:lvl9pPr marL="2742860" indent="0" algn="ctr">
              <a:buNone/>
              <a:defRPr sz="1200"/>
            </a:lvl9pPr>
          </a:lstStyle>
          <a:p>
            <a:r>
              <a:rPr lang="en-US"/>
              <a:t>Click to edit Master subtitle style</a:t>
            </a:r>
            <a:endParaRPr lang="en-US" dirty="0"/>
          </a:p>
        </p:txBody>
      </p:sp>
      <p:sp>
        <p:nvSpPr>
          <p:cNvPr id="75" name="Forme libre 74">
            <a:extLst>
              <a:ext uri="{FF2B5EF4-FFF2-40B4-BE49-F238E27FC236}">
                <a16:creationId xmlns:a16="http://schemas.microsoft.com/office/drawing/2014/main" id="{D20C62C1-8E69-88E5-A947-332B553C156C}"/>
              </a:ext>
            </a:extLst>
          </p:cNvPr>
          <p:cNvSpPr/>
          <p:nvPr userDrawn="1"/>
        </p:nvSpPr>
        <p:spPr>
          <a:xfrm rot="16200000">
            <a:off x="-1163412" y="2724590"/>
            <a:ext cx="3943786"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78" name="Espace réservé du texte 81">
            <a:extLst>
              <a:ext uri="{FF2B5EF4-FFF2-40B4-BE49-F238E27FC236}">
                <a16:creationId xmlns:a16="http://schemas.microsoft.com/office/drawing/2014/main" id="{CEB533F0-4A85-F96D-8736-FC987D221A9A}"/>
              </a:ext>
            </a:extLst>
          </p:cNvPr>
          <p:cNvSpPr>
            <a:spLocks noGrp="1"/>
          </p:cNvSpPr>
          <p:nvPr>
            <p:ph type="body" sz="quarter" idx="12" hasCustomPrompt="1"/>
          </p:nvPr>
        </p:nvSpPr>
        <p:spPr>
          <a:xfrm>
            <a:off x="2023595" y="4286490"/>
            <a:ext cx="3026141" cy="149241"/>
          </a:xfrm>
        </p:spPr>
        <p:txBody>
          <a:bodyPr anchor="b"/>
          <a:lstStyle>
            <a:lvl1pPr marL="6351" indent="0">
              <a:buNone/>
              <a:defRPr sz="70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r>
              <a:rPr lang="en-GB" dirty="0"/>
              <a:t>• </a:t>
            </a:r>
            <a:r>
              <a:rPr lang="fr-FR" dirty="0">
                <a:effectLst/>
                <a:latin typeface="Noto Sans" panose="020B0502040504020204" pitchFamily="34" charset="0"/>
              </a:rPr>
              <a:t>Document for </a:t>
            </a:r>
            <a:r>
              <a:rPr lang="fr-FR" dirty="0" err="1">
                <a:effectLst/>
                <a:latin typeface="Noto Sans" panose="020B0502040504020204" pitchFamily="34" charset="0"/>
              </a:rPr>
              <a:t>professional</a:t>
            </a:r>
            <a:r>
              <a:rPr lang="fr-FR" dirty="0">
                <a:effectLst/>
                <a:latin typeface="Noto Sans" panose="020B0502040504020204" pitchFamily="34" charset="0"/>
              </a:rPr>
              <a:t> </a:t>
            </a:r>
            <a:r>
              <a:rPr lang="fr-FR" dirty="0" err="1">
                <a:effectLst/>
                <a:latin typeface="Noto Sans" panose="020B0502040504020204" pitchFamily="34" charset="0"/>
              </a:rPr>
              <a:t>investors</a:t>
            </a:r>
            <a:r>
              <a:rPr lang="fr-FR" dirty="0">
                <a:effectLst/>
                <a:latin typeface="Noto Sans" panose="020B0502040504020204" pitchFamily="34" charset="0"/>
              </a:rPr>
              <a:t> </a:t>
            </a:r>
            <a:r>
              <a:rPr lang="fr-FR" dirty="0" err="1">
                <a:effectLst/>
                <a:latin typeface="Noto Sans" panose="020B0502040504020204" pitchFamily="34" charset="0"/>
              </a:rPr>
              <a:t>only</a:t>
            </a:r>
            <a:endParaRPr lang="en-GB" dirty="0"/>
          </a:p>
        </p:txBody>
      </p:sp>
      <p:sp>
        <p:nvSpPr>
          <p:cNvPr id="7" name="Forme libre 6">
            <a:extLst>
              <a:ext uri="{FF2B5EF4-FFF2-40B4-BE49-F238E27FC236}">
                <a16:creationId xmlns:a16="http://schemas.microsoft.com/office/drawing/2014/main" id="{FF49AF96-EB84-99CE-22EA-A99929C53BC8}"/>
              </a:ext>
            </a:extLst>
          </p:cNvPr>
          <p:cNvSpPr/>
          <p:nvPr userDrawn="1"/>
        </p:nvSpPr>
        <p:spPr>
          <a:xfrm>
            <a:off x="8484111" y="760264"/>
            <a:ext cx="659890" cy="97200"/>
          </a:xfrm>
          <a:custGeom>
            <a:avLst/>
            <a:gdLst>
              <a:gd name="connsiteX0" fmla="*/ 0 w 1286893"/>
              <a:gd name="connsiteY0" fmla="*/ 0 h 96631"/>
              <a:gd name="connsiteX1" fmla="*/ 1286894 w 1286893"/>
              <a:gd name="connsiteY1" fmla="*/ 0 h 96631"/>
              <a:gd name="connsiteX2" fmla="*/ 1286894 w 1286893"/>
              <a:gd name="connsiteY2" fmla="*/ 96632 h 96631"/>
              <a:gd name="connsiteX3" fmla="*/ 0 w 1286893"/>
              <a:gd name="connsiteY3" fmla="*/ 96632 h 96631"/>
            </a:gdLst>
            <a:ahLst/>
            <a:cxnLst>
              <a:cxn ang="0">
                <a:pos x="connsiteX0" y="connsiteY0"/>
              </a:cxn>
              <a:cxn ang="0">
                <a:pos x="connsiteX1" y="connsiteY1"/>
              </a:cxn>
              <a:cxn ang="0">
                <a:pos x="connsiteX2" y="connsiteY2"/>
              </a:cxn>
              <a:cxn ang="0">
                <a:pos x="connsiteX3" y="connsiteY3"/>
              </a:cxn>
            </a:cxnLst>
            <a:rect l="l" t="t" r="r" b="b"/>
            <a:pathLst>
              <a:path w="1286893" h="96631">
                <a:moveTo>
                  <a:pt x="0" y="0"/>
                </a:moveTo>
                <a:lnTo>
                  <a:pt x="1286894" y="0"/>
                </a:lnTo>
                <a:lnTo>
                  <a:pt x="1286894" y="96632"/>
                </a:lnTo>
                <a:lnTo>
                  <a:pt x="0" y="96632"/>
                </a:lnTo>
                <a:close/>
              </a:path>
            </a:pathLst>
          </a:custGeom>
          <a:solidFill>
            <a:srgbClr val="019EE0"/>
          </a:solidFill>
          <a:ln w="0" cap="flat">
            <a:noFill/>
            <a:prstDash val="solid"/>
            <a:miter/>
          </a:ln>
        </p:spPr>
        <p:txBody>
          <a:bodyPr rtlCol="0" anchor="ctr"/>
          <a:lstStyle/>
          <a:p>
            <a:endParaRPr lang="fr-FR"/>
          </a:p>
        </p:txBody>
      </p:sp>
      <p:sp>
        <p:nvSpPr>
          <p:cNvPr id="77" name="Espace réservé du texte 81">
            <a:extLst>
              <a:ext uri="{FF2B5EF4-FFF2-40B4-BE49-F238E27FC236}">
                <a16:creationId xmlns:a16="http://schemas.microsoft.com/office/drawing/2014/main" id="{A71CEE15-A6C7-0712-282F-A785EC1E03B3}"/>
              </a:ext>
            </a:extLst>
          </p:cNvPr>
          <p:cNvSpPr>
            <a:spLocks noGrp="1"/>
          </p:cNvSpPr>
          <p:nvPr>
            <p:ph type="body" sz="quarter" idx="11" hasCustomPrompt="1"/>
          </p:nvPr>
        </p:nvSpPr>
        <p:spPr>
          <a:xfrm>
            <a:off x="1281799" y="4177566"/>
            <a:ext cx="741794" cy="258165"/>
          </a:xfrm>
        </p:spPr>
        <p:txBody>
          <a:bodyPr anchor="b"/>
          <a:lstStyle>
            <a:lvl1pPr marL="6351" indent="0">
              <a:buNone/>
              <a:defRPr sz="70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pPr lvl="0"/>
            <a:r>
              <a:rPr lang="fr-FR" dirty="0"/>
              <a:t>MONTH 2024</a:t>
            </a:r>
          </a:p>
        </p:txBody>
      </p:sp>
      <p:sp>
        <p:nvSpPr>
          <p:cNvPr id="65" name="Rectangle 64">
            <a:extLst>
              <a:ext uri="{FF2B5EF4-FFF2-40B4-BE49-F238E27FC236}">
                <a16:creationId xmlns:a16="http://schemas.microsoft.com/office/drawing/2014/main" id="{4338C511-9884-8CFC-D291-656E2284D004}"/>
              </a:ext>
            </a:extLst>
          </p:cNvPr>
          <p:cNvSpPr>
            <a:spLocks noChangeAspect="1"/>
          </p:cNvSpPr>
          <p:nvPr userDrawn="1"/>
        </p:nvSpPr>
        <p:spPr>
          <a:xfrm>
            <a:off x="-3"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7BD4B1EA-B810-F1B6-BD5F-87E518D49A1B}"/>
              </a:ext>
            </a:extLst>
          </p:cNvPr>
          <p:cNvSpPr>
            <a:spLocks noChangeAspect="1"/>
          </p:cNvSpPr>
          <p:nvPr userDrawn="1"/>
        </p:nvSpPr>
        <p:spPr>
          <a:xfrm>
            <a:off x="428397"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448F566D-0CD2-8ED0-5A64-E4AEA1536A41}"/>
              </a:ext>
            </a:extLst>
          </p:cNvPr>
          <p:cNvSpPr>
            <a:spLocks noChangeAspect="1"/>
          </p:cNvSpPr>
          <p:nvPr userDrawn="1"/>
        </p:nvSpPr>
        <p:spPr>
          <a:xfrm>
            <a:off x="853399" y="-1"/>
            <a:ext cx="428400" cy="42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Graphic 3">
            <a:extLst>
              <a:ext uri="{FF2B5EF4-FFF2-40B4-BE49-F238E27FC236}">
                <a16:creationId xmlns:a16="http://schemas.microsoft.com/office/drawing/2014/main" id="{FAC98F8E-C622-6DB7-163C-066B74BCE35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6921061" y="284400"/>
            <a:ext cx="1443600" cy="782455"/>
          </a:xfrm>
          <a:prstGeom prst="rect">
            <a:avLst/>
          </a:prstGeom>
        </p:spPr>
      </p:pic>
    </p:spTree>
    <p:extLst>
      <p:ext uri="{BB962C8B-B14F-4D97-AF65-F5344CB8AC3E}">
        <p14:creationId xmlns:p14="http://schemas.microsoft.com/office/powerpoint/2010/main" val="507349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4">
    <p:spTree>
      <p:nvGrpSpPr>
        <p:cNvPr id="1" name=""/>
        <p:cNvGrpSpPr/>
        <p:nvPr/>
      </p:nvGrpSpPr>
      <p:grpSpPr>
        <a:xfrm>
          <a:off x="0" y="0"/>
          <a:ext cx="0" cy="0"/>
          <a:chOff x="0" y="0"/>
          <a:chExt cx="0" cy="0"/>
        </a:xfrm>
      </p:grpSpPr>
      <p:pic>
        <p:nvPicPr>
          <p:cNvPr id="17" name="Image 16">
            <a:extLst>
              <a:ext uri="{FF2B5EF4-FFF2-40B4-BE49-F238E27FC236}">
                <a16:creationId xmlns:a16="http://schemas.microsoft.com/office/drawing/2014/main" id="{2D9C3C22-E1F9-66F7-0BBE-2901FF18D331}"/>
              </a:ext>
            </a:extLst>
          </p:cNvPr>
          <p:cNvPicPr>
            <a:picLocks/>
          </p:cNvPicPr>
          <p:nvPr userDrawn="1"/>
        </p:nvPicPr>
        <p:blipFill>
          <a:blip r:embed="rId2"/>
          <a:srcRect/>
          <a:stretch/>
        </p:blipFill>
        <p:spPr>
          <a:xfrm>
            <a:off x="-1" y="0"/>
            <a:ext cx="9144000" cy="5143500"/>
          </a:xfrm>
          <a:prstGeom prst="rect">
            <a:avLst/>
          </a:prstGeom>
        </p:spPr>
      </p:pic>
      <p:sp>
        <p:nvSpPr>
          <p:cNvPr id="10" name="Forme libre 9">
            <a:extLst>
              <a:ext uri="{FF2B5EF4-FFF2-40B4-BE49-F238E27FC236}">
                <a16:creationId xmlns:a16="http://schemas.microsoft.com/office/drawing/2014/main" id="{890CC80E-BA80-6CF4-B639-E7BB94813E41}"/>
              </a:ext>
            </a:extLst>
          </p:cNvPr>
          <p:cNvSpPr/>
          <p:nvPr userDrawn="1"/>
        </p:nvSpPr>
        <p:spPr>
          <a:xfrm>
            <a:off x="331767" y="4715100"/>
            <a:ext cx="8440758"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70" name="Forme libre 69">
            <a:extLst>
              <a:ext uri="{FF2B5EF4-FFF2-40B4-BE49-F238E27FC236}">
                <a16:creationId xmlns:a16="http://schemas.microsoft.com/office/drawing/2014/main" id="{D62011F9-E62E-CF7B-CDC0-8CE01CA7E752}"/>
              </a:ext>
            </a:extLst>
          </p:cNvPr>
          <p:cNvSpPr/>
          <p:nvPr userDrawn="1"/>
        </p:nvSpPr>
        <p:spPr>
          <a:xfrm>
            <a:off x="331767" y="760377"/>
            <a:ext cx="6047433"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75" name="Forme libre 74">
            <a:extLst>
              <a:ext uri="{FF2B5EF4-FFF2-40B4-BE49-F238E27FC236}">
                <a16:creationId xmlns:a16="http://schemas.microsoft.com/office/drawing/2014/main" id="{D20C62C1-8E69-88E5-A947-332B553C156C}"/>
              </a:ext>
            </a:extLst>
          </p:cNvPr>
          <p:cNvSpPr/>
          <p:nvPr userDrawn="1"/>
        </p:nvSpPr>
        <p:spPr>
          <a:xfrm rot="16200000">
            <a:off x="-1591809" y="2724590"/>
            <a:ext cx="3943786"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pic>
        <p:nvPicPr>
          <p:cNvPr id="8" name="Image 7">
            <a:extLst>
              <a:ext uri="{FF2B5EF4-FFF2-40B4-BE49-F238E27FC236}">
                <a16:creationId xmlns:a16="http://schemas.microsoft.com/office/drawing/2014/main" id="{E032D6A9-38F9-AF23-1034-C2F4CF806540}"/>
              </a:ext>
            </a:extLst>
          </p:cNvPr>
          <p:cNvPicPr>
            <a:picLocks/>
          </p:cNvPicPr>
          <p:nvPr userDrawn="1"/>
        </p:nvPicPr>
        <p:blipFill>
          <a:blip r:embed="rId3"/>
          <a:srcRect/>
          <a:stretch/>
        </p:blipFill>
        <p:spPr>
          <a:xfrm>
            <a:off x="0" y="4260"/>
            <a:ext cx="9144000" cy="5135880"/>
          </a:xfrm>
          <a:prstGeom prst="rect">
            <a:avLst/>
          </a:prstGeom>
        </p:spPr>
      </p:pic>
      <p:sp>
        <p:nvSpPr>
          <p:cNvPr id="2" name="Title 1"/>
          <p:cNvSpPr>
            <a:spLocks noGrp="1"/>
          </p:cNvSpPr>
          <p:nvPr>
            <p:ph type="ctrTitle"/>
          </p:nvPr>
        </p:nvSpPr>
        <p:spPr>
          <a:xfrm>
            <a:off x="4444640" y="1380197"/>
            <a:ext cx="3960000" cy="1014522"/>
          </a:xfrm>
        </p:spPr>
        <p:txBody>
          <a:bodyPr anchor="b" anchorCtr="0">
            <a:noAutofit/>
          </a:bodyPr>
          <a:lstStyle>
            <a:lvl1pPr algn="l">
              <a:lnSpc>
                <a:spcPts val="2900"/>
              </a:lnSpc>
              <a:defRPr sz="2500" b="1" spc="-1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r>
              <a:rPr lang="en-US"/>
              <a:t>Click to edit Master title style</a:t>
            </a:r>
            <a:endParaRPr lang="fr-FR" noProof="0" dirty="0"/>
          </a:p>
        </p:txBody>
      </p:sp>
      <p:sp>
        <p:nvSpPr>
          <p:cNvPr id="3" name="Subtitle 2"/>
          <p:cNvSpPr>
            <a:spLocks noGrp="1"/>
          </p:cNvSpPr>
          <p:nvPr>
            <p:ph type="subTitle" idx="1"/>
          </p:nvPr>
        </p:nvSpPr>
        <p:spPr>
          <a:xfrm>
            <a:off x="4444640" y="2539255"/>
            <a:ext cx="3960000" cy="378197"/>
          </a:xfrm>
        </p:spPr>
        <p:txBody>
          <a:bodyPr>
            <a:noAutofit/>
          </a:bodyPr>
          <a:lstStyle>
            <a:lvl1pPr marL="0" indent="0" algn="l">
              <a:spcBef>
                <a:spcPts val="0"/>
              </a:spcBef>
              <a:buNone/>
              <a:defRPr sz="1300" b="0" i="0" spc="-10" baseline="0">
                <a:solidFill>
                  <a:schemeClr val="bg1"/>
                </a:solidFill>
                <a:latin typeface="Noto Sans Med" panose="020B0502040504020204" pitchFamily="34" charset="0"/>
                <a:ea typeface="Noto Sans Med" panose="020B0502040504020204" pitchFamily="34" charset="0"/>
                <a:cs typeface="Noto Sans Med" panose="020B0502040504020204" pitchFamily="34" charset="0"/>
              </a:defRPr>
            </a:lvl1pPr>
            <a:lvl2pPr marL="342857" indent="0" algn="ctr">
              <a:buNone/>
              <a:defRPr sz="1500"/>
            </a:lvl2pPr>
            <a:lvl3pPr marL="685715" indent="0" algn="ctr">
              <a:buNone/>
              <a:defRPr sz="1350"/>
            </a:lvl3pPr>
            <a:lvl4pPr marL="1028573" indent="0" algn="ctr">
              <a:buNone/>
              <a:defRPr sz="1200"/>
            </a:lvl4pPr>
            <a:lvl5pPr marL="1371431" indent="0" algn="ctr">
              <a:buNone/>
              <a:defRPr sz="1200"/>
            </a:lvl5pPr>
            <a:lvl6pPr marL="1714289" indent="0" algn="ctr">
              <a:buNone/>
              <a:defRPr sz="1200"/>
            </a:lvl6pPr>
            <a:lvl7pPr marL="2057144" indent="0" algn="ctr">
              <a:buNone/>
              <a:defRPr sz="1200"/>
            </a:lvl7pPr>
            <a:lvl8pPr marL="2400002" indent="0" algn="ctr">
              <a:buNone/>
              <a:defRPr sz="1200"/>
            </a:lvl8pPr>
            <a:lvl9pPr marL="2742860" indent="0" algn="ctr">
              <a:buNone/>
              <a:defRPr sz="1200"/>
            </a:lvl9pPr>
          </a:lstStyle>
          <a:p>
            <a:r>
              <a:rPr lang="en-US"/>
              <a:t>Click to edit Master subtitle style</a:t>
            </a:r>
            <a:endParaRPr lang="en-US" dirty="0"/>
          </a:p>
        </p:txBody>
      </p:sp>
      <p:sp>
        <p:nvSpPr>
          <p:cNvPr id="7" name="Forme libre 6">
            <a:extLst>
              <a:ext uri="{FF2B5EF4-FFF2-40B4-BE49-F238E27FC236}">
                <a16:creationId xmlns:a16="http://schemas.microsoft.com/office/drawing/2014/main" id="{FF49AF96-EB84-99CE-22EA-A99929C53BC8}"/>
              </a:ext>
            </a:extLst>
          </p:cNvPr>
          <p:cNvSpPr/>
          <p:nvPr userDrawn="1"/>
        </p:nvSpPr>
        <p:spPr>
          <a:xfrm>
            <a:off x="8059928" y="760264"/>
            <a:ext cx="712597" cy="97200"/>
          </a:xfrm>
          <a:custGeom>
            <a:avLst/>
            <a:gdLst>
              <a:gd name="connsiteX0" fmla="*/ 0 w 1286893"/>
              <a:gd name="connsiteY0" fmla="*/ 0 h 96631"/>
              <a:gd name="connsiteX1" fmla="*/ 1286894 w 1286893"/>
              <a:gd name="connsiteY1" fmla="*/ 0 h 96631"/>
              <a:gd name="connsiteX2" fmla="*/ 1286894 w 1286893"/>
              <a:gd name="connsiteY2" fmla="*/ 96632 h 96631"/>
              <a:gd name="connsiteX3" fmla="*/ 0 w 1286893"/>
              <a:gd name="connsiteY3" fmla="*/ 96632 h 96631"/>
            </a:gdLst>
            <a:ahLst/>
            <a:cxnLst>
              <a:cxn ang="0">
                <a:pos x="connsiteX0" y="connsiteY0"/>
              </a:cxn>
              <a:cxn ang="0">
                <a:pos x="connsiteX1" y="connsiteY1"/>
              </a:cxn>
              <a:cxn ang="0">
                <a:pos x="connsiteX2" y="connsiteY2"/>
              </a:cxn>
              <a:cxn ang="0">
                <a:pos x="connsiteX3" y="connsiteY3"/>
              </a:cxn>
            </a:cxnLst>
            <a:rect l="l" t="t" r="r" b="b"/>
            <a:pathLst>
              <a:path w="1286893" h="96631">
                <a:moveTo>
                  <a:pt x="0" y="0"/>
                </a:moveTo>
                <a:lnTo>
                  <a:pt x="1286894" y="0"/>
                </a:lnTo>
                <a:lnTo>
                  <a:pt x="1286894" y="96632"/>
                </a:lnTo>
                <a:lnTo>
                  <a:pt x="0" y="96632"/>
                </a:lnTo>
                <a:close/>
              </a:path>
            </a:pathLst>
          </a:custGeom>
          <a:solidFill>
            <a:srgbClr val="019EE0"/>
          </a:solidFill>
          <a:ln w="0" cap="flat">
            <a:noFill/>
            <a:prstDash val="solid"/>
            <a:miter/>
          </a:ln>
        </p:spPr>
        <p:txBody>
          <a:bodyPr rtlCol="0" anchor="ctr"/>
          <a:lstStyle/>
          <a:p>
            <a:endParaRPr lang="fr-FR"/>
          </a:p>
        </p:txBody>
      </p:sp>
      <p:sp>
        <p:nvSpPr>
          <p:cNvPr id="11" name="Forme libre 10">
            <a:extLst>
              <a:ext uri="{FF2B5EF4-FFF2-40B4-BE49-F238E27FC236}">
                <a16:creationId xmlns:a16="http://schemas.microsoft.com/office/drawing/2014/main" id="{D86FC8AD-B83A-D1BC-C2DE-F09474A82F7F}"/>
              </a:ext>
            </a:extLst>
          </p:cNvPr>
          <p:cNvSpPr/>
          <p:nvPr userDrawn="1"/>
        </p:nvSpPr>
        <p:spPr>
          <a:xfrm rot="16200000">
            <a:off x="6738065" y="2737682"/>
            <a:ext cx="4051467" cy="96632"/>
          </a:xfrm>
          <a:custGeom>
            <a:avLst/>
            <a:gdLst>
              <a:gd name="connsiteX0" fmla="*/ 0 w 1286893"/>
              <a:gd name="connsiteY0" fmla="*/ 0 h 96423"/>
              <a:gd name="connsiteX1" fmla="*/ 1286894 w 1286893"/>
              <a:gd name="connsiteY1" fmla="*/ 0 h 96423"/>
              <a:gd name="connsiteX2" fmla="*/ 1286894 w 1286893"/>
              <a:gd name="connsiteY2" fmla="*/ 96423 h 96423"/>
              <a:gd name="connsiteX3" fmla="*/ 0 w 1286893"/>
              <a:gd name="connsiteY3" fmla="*/ 96423 h 96423"/>
            </a:gdLst>
            <a:ahLst/>
            <a:cxnLst>
              <a:cxn ang="0">
                <a:pos x="connsiteX0" y="connsiteY0"/>
              </a:cxn>
              <a:cxn ang="0">
                <a:pos x="connsiteX1" y="connsiteY1"/>
              </a:cxn>
              <a:cxn ang="0">
                <a:pos x="connsiteX2" y="connsiteY2"/>
              </a:cxn>
              <a:cxn ang="0">
                <a:pos x="connsiteX3" y="connsiteY3"/>
              </a:cxn>
            </a:cxnLst>
            <a:rect l="l" t="t" r="r" b="b"/>
            <a:pathLst>
              <a:path w="1286893" h="96423">
                <a:moveTo>
                  <a:pt x="0" y="0"/>
                </a:moveTo>
                <a:lnTo>
                  <a:pt x="1286894" y="0"/>
                </a:lnTo>
                <a:lnTo>
                  <a:pt x="1286894" y="96423"/>
                </a:lnTo>
                <a:lnTo>
                  <a:pt x="0" y="96423"/>
                </a:lnTo>
                <a:close/>
              </a:path>
            </a:pathLst>
          </a:custGeom>
          <a:solidFill>
            <a:srgbClr val="009EE0"/>
          </a:solidFill>
          <a:ln w="0" cap="flat">
            <a:noFill/>
            <a:prstDash val="solid"/>
            <a:miter/>
          </a:ln>
        </p:spPr>
        <p:txBody>
          <a:bodyPr rtlCol="0" anchor="ctr"/>
          <a:lstStyle/>
          <a:p>
            <a:endParaRPr lang="fr-FR"/>
          </a:p>
        </p:txBody>
      </p:sp>
      <p:sp>
        <p:nvSpPr>
          <p:cNvPr id="4" name="Espace réservé du texte 81">
            <a:extLst>
              <a:ext uri="{FF2B5EF4-FFF2-40B4-BE49-F238E27FC236}">
                <a16:creationId xmlns:a16="http://schemas.microsoft.com/office/drawing/2014/main" id="{C0267CE8-86F1-4DD1-F836-7EA656218E74}"/>
              </a:ext>
            </a:extLst>
          </p:cNvPr>
          <p:cNvSpPr>
            <a:spLocks noGrp="1"/>
          </p:cNvSpPr>
          <p:nvPr>
            <p:ph type="body" sz="quarter" idx="12" hasCustomPrompt="1"/>
          </p:nvPr>
        </p:nvSpPr>
        <p:spPr>
          <a:xfrm>
            <a:off x="4444640" y="4217977"/>
            <a:ext cx="3026141" cy="149241"/>
          </a:xfrm>
        </p:spPr>
        <p:txBody>
          <a:bodyPr anchor="b"/>
          <a:lstStyle>
            <a:lvl1pPr marL="6351" indent="0">
              <a:buNone/>
              <a:defRPr sz="70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r>
              <a:rPr lang="en-GB" dirty="0"/>
              <a:t>• </a:t>
            </a:r>
            <a:r>
              <a:rPr lang="fr-FR" dirty="0">
                <a:effectLst/>
                <a:latin typeface="Noto Sans" panose="020B0502040504020204" pitchFamily="34" charset="0"/>
              </a:rPr>
              <a:t>Document for </a:t>
            </a:r>
            <a:r>
              <a:rPr lang="fr-FR" dirty="0" err="1">
                <a:effectLst/>
                <a:latin typeface="Noto Sans" panose="020B0502040504020204" pitchFamily="34" charset="0"/>
              </a:rPr>
              <a:t>professional</a:t>
            </a:r>
            <a:r>
              <a:rPr lang="fr-FR" dirty="0">
                <a:effectLst/>
                <a:latin typeface="Noto Sans" panose="020B0502040504020204" pitchFamily="34" charset="0"/>
              </a:rPr>
              <a:t> </a:t>
            </a:r>
            <a:r>
              <a:rPr lang="fr-FR" dirty="0" err="1">
                <a:effectLst/>
                <a:latin typeface="Noto Sans" panose="020B0502040504020204" pitchFamily="34" charset="0"/>
              </a:rPr>
              <a:t>investors</a:t>
            </a:r>
            <a:r>
              <a:rPr lang="fr-FR" dirty="0">
                <a:effectLst/>
                <a:latin typeface="Noto Sans" panose="020B0502040504020204" pitchFamily="34" charset="0"/>
              </a:rPr>
              <a:t> </a:t>
            </a:r>
            <a:r>
              <a:rPr lang="fr-FR" dirty="0" err="1">
                <a:effectLst/>
                <a:latin typeface="Noto Sans" panose="020B0502040504020204" pitchFamily="34" charset="0"/>
              </a:rPr>
              <a:t>only</a:t>
            </a:r>
            <a:endParaRPr lang="en-GB" dirty="0"/>
          </a:p>
        </p:txBody>
      </p:sp>
      <p:sp>
        <p:nvSpPr>
          <p:cNvPr id="5" name="Espace réservé du texte 81">
            <a:extLst>
              <a:ext uri="{FF2B5EF4-FFF2-40B4-BE49-F238E27FC236}">
                <a16:creationId xmlns:a16="http://schemas.microsoft.com/office/drawing/2014/main" id="{88387400-4586-2124-2906-E420FAC8ADC1}"/>
              </a:ext>
            </a:extLst>
          </p:cNvPr>
          <p:cNvSpPr>
            <a:spLocks noGrp="1"/>
          </p:cNvSpPr>
          <p:nvPr>
            <p:ph type="body" sz="quarter" idx="11" hasCustomPrompt="1"/>
          </p:nvPr>
        </p:nvSpPr>
        <p:spPr>
          <a:xfrm>
            <a:off x="4444640" y="2994251"/>
            <a:ext cx="1042593" cy="258165"/>
          </a:xfrm>
        </p:spPr>
        <p:txBody>
          <a:bodyPr anchor="t" anchorCtr="0"/>
          <a:lstStyle>
            <a:lvl1pPr marL="6351" indent="0">
              <a:buNone/>
              <a:defRPr sz="70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pPr lvl="0"/>
            <a:r>
              <a:rPr lang="fr-FR" dirty="0"/>
              <a:t>MONTH 2024</a:t>
            </a:r>
          </a:p>
        </p:txBody>
      </p:sp>
      <p:pic>
        <p:nvPicPr>
          <p:cNvPr id="9" name="Graphic 8">
            <a:extLst>
              <a:ext uri="{FF2B5EF4-FFF2-40B4-BE49-F238E27FC236}">
                <a16:creationId xmlns:a16="http://schemas.microsoft.com/office/drawing/2014/main" id="{F82804DD-DD1B-2F3D-5F63-FBF13AD32289}"/>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6496199" y="284400"/>
            <a:ext cx="1443600" cy="782455"/>
          </a:xfrm>
          <a:prstGeom prst="rect">
            <a:avLst/>
          </a:prstGeom>
        </p:spPr>
      </p:pic>
    </p:spTree>
    <p:extLst>
      <p:ext uri="{BB962C8B-B14F-4D97-AF65-F5344CB8AC3E}">
        <p14:creationId xmlns:p14="http://schemas.microsoft.com/office/powerpoint/2010/main" val="4205603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and-content">
    <p:spTree>
      <p:nvGrpSpPr>
        <p:cNvPr id="1" name=""/>
        <p:cNvGrpSpPr/>
        <p:nvPr/>
      </p:nvGrpSpPr>
      <p:grpSpPr>
        <a:xfrm>
          <a:off x="0" y="0"/>
          <a:ext cx="0" cy="0"/>
          <a:chOff x="0" y="0"/>
          <a:chExt cx="0" cy="0"/>
        </a:xfrm>
      </p:grpSpPr>
      <p:sp>
        <p:nvSpPr>
          <p:cNvPr id="2" name="Title 1"/>
          <p:cNvSpPr>
            <a:spLocks noGrp="1"/>
          </p:cNvSpPr>
          <p:nvPr>
            <p:ph type="title"/>
          </p:nvPr>
        </p:nvSpPr>
        <p:spPr>
          <a:xfrm>
            <a:off x="428652" y="428400"/>
            <a:ext cx="8287200" cy="290620"/>
          </a:xfrm>
        </p:spPr>
        <p:txBody>
          <a:bodyPr/>
          <a:lstStyle/>
          <a:p>
            <a:r>
              <a:rPr lang="en-US"/>
              <a:t>Click to edit Master title style</a:t>
            </a:r>
            <a:endParaRPr lang="en-US" dirty="0"/>
          </a:p>
        </p:txBody>
      </p:sp>
      <p:sp>
        <p:nvSpPr>
          <p:cNvPr id="3" name="Content Placeholder 2"/>
          <p:cNvSpPr>
            <a:spLocks noGrp="1"/>
          </p:cNvSpPr>
          <p:nvPr>
            <p:ph idx="1"/>
          </p:nvPr>
        </p:nvSpPr>
        <p:spPr>
          <a:xfrm>
            <a:off x="428648" y="1119600"/>
            <a:ext cx="8287200" cy="29970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GB"/>
              <a:t>Presentation title  l  00 month 0000</a:t>
            </a:r>
          </a:p>
        </p:txBody>
      </p:sp>
      <p:sp>
        <p:nvSpPr>
          <p:cNvPr id="6" name="Slide Number Placeholder 5"/>
          <p:cNvSpPr>
            <a:spLocks noGrp="1"/>
          </p:cNvSpPr>
          <p:nvPr>
            <p:ph type="sldNum" sz="quarter" idx="12"/>
          </p:nvPr>
        </p:nvSpPr>
        <p:spPr/>
        <p:txBody>
          <a:bodyPr/>
          <a:lstStyle/>
          <a:p>
            <a:fld id="{B6DA55B2-71C7-D142-9718-47F3DB26F441}" type="slidenum">
              <a:rPr lang="en-GB" smtClean="0"/>
              <a:t>‹#›</a:t>
            </a:fld>
            <a:endParaRPr lang="en-GB" dirty="0"/>
          </a:p>
        </p:txBody>
      </p:sp>
      <p:sp>
        <p:nvSpPr>
          <p:cNvPr id="8" name="Espace réservé du texte 7"/>
          <p:cNvSpPr>
            <a:spLocks noGrp="1"/>
          </p:cNvSpPr>
          <p:nvPr>
            <p:ph type="body" sz="quarter" idx="13"/>
          </p:nvPr>
        </p:nvSpPr>
        <p:spPr>
          <a:xfrm>
            <a:off x="428648" y="759018"/>
            <a:ext cx="8287200" cy="228362"/>
          </a:xfrm>
        </p:spPr>
        <p:txBody>
          <a:bodyPr>
            <a:normAutofit/>
          </a:bodyPr>
          <a:lstStyle>
            <a:lvl1pPr marL="0" indent="0">
              <a:buNone/>
              <a:defRPr sz="1400">
                <a:solidFill>
                  <a:srgbClr val="0073A3"/>
                </a:solidFill>
              </a:defRPr>
            </a:lvl1pPr>
          </a:lstStyle>
          <a:p>
            <a:pPr lvl="0"/>
            <a:r>
              <a:rPr lang="en-US"/>
              <a:t>Click to edit Master text styles</a:t>
            </a:r>
          </a:p>
        </p:txBody>
      </p:sp>
      <p:sp>
        <p:nvSpPr>
          <p:cNvPr id="7" name="Espace réservé du texte 6"/>
          <p:cNvSpPr>
            <a:spLocks noGrp="1"/>
          </p:cNvSpPr>
          <p:nvPr>
            <p:ph type="body" sz="quarter" idx="14"/>
          </p:nvPr>
        </p:nvSpPr>
        <p:spPr>
          <a:xfrm>
            <a:off x="428399" y="4095900"/>
            <a:ext cx="8287200" cy="459000"/>
          </a:xfrm>
        </p:spPr>
        <p:txBody>
          <a:bodyPr anchor="b">
            <a:noAutofit/>
          </a:bodyPr>
          <a:lstStyle>
            <a:lvl1pPr marL="6351" indent="0" algn="just">
              <a:buNone/>
              <a:defRPr sz="700">
                <a:solidFill>
                  <a:srgbClr val="005483"/>
                </a:solidFill>
              </a:defRPr>
            </a:lvl1pPr>
          </a:lstStyle>
          <a:p>
            <a:pPr lvl="0"/>
            <a:r>
              <a:rPr lang="en-US"/>
              <a:t>Click to edit Master text styles</a:t>
            </a:r>
          </a:p>
        </p:txBody>
      </p:sp>
    </p:spTree>
    <p:extLst>
      <p:ext uri="{BB962C8B-B14F-4D97-AF65-F5344CB8AC3E}">
        <p14:creationId xmlns:p14="http://schemas.microsoft.com/office/powerpoint/2010/main" val="3210086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428399" y="428400"/>
            <a:ext cx="8287200" cy="290620"/>
          </a:xfrm>
        </p:spPr>
        <p:txBody>
          <a:bodyPr/>
          <a:lstStyle/>
          <a:p>
            <a:r>
              <a:rPr lang="en-US"/>
              <a:t>Click to edit Master title style</a:t>
            </a:r>
            <a:endParaRPr lang="en-US" dirty="0"/>
          </a:p>
        </p:txBody>
      </p:sp>
      <p:sp>
        <p:nvSpPr>
          <p:cNvPr id="5" name="Footer Placeholder 4"/>
          <p:cNvSpPr>
            <a:spLocks noGrp="1"/>
          </p:cNvSpPr>
          <p:nvPr>
            <p:ph type="ftr" sz="quarter" idx="11"/>
          </p:nvPr>
        </p:nvSpPr>
        <p:spPr/>
        <p:txBody>
          <a:bodyPr/>
          <a:lstStyle/>
          <a:p>
            <a:r>
              <a:rPr lang="en-GB"/>
              <a:t>Presentation title  l  00 month 0000</a:t>
            </a:r>
          </a:p>
        </p:txBody>
      </p:sp>
      <p:sp>
        <p:nvSpPr>
          <p:cNvPr id="6" name="Slide Number Placeholder 5"/>
          <p:cNvSpPr>
            <a:spLocks noGrp="1"/>
          </p:cNvSpPr>
          <p:nvPr>
            <p:ph type="sldNum" sz="quarter" idx="12"/>
          </p:nvPr>
        </p:nvSpPr>
        <p:spPr/>
        <p:txBody>
          <a:bodyPr/>
          <a:lstStyle/>
          <a:p>
            <a:fld id="{B6DA55B2-71C7-D142-9718-47F3DB26F441}" type="slidenum">
              <a:rPr lang="en-GB" smtClean="0"/>
              <a:t>‹#›</a:t>
            </a:fld>
            <a:endParaRPr lang="en-GB"/>
          </a:p>
        </p:txBody>
      </p:sp>
      <p:sp>
        <p:nvSpPr>
          <p:cNvPr id="8" name="Espace réservé du texte 7"/>
          <p:cNvSpPr>
            <a:spLocks noGrp="1"/>
          </p:cNvSpPr>
          <p:nvPr>
            <p:ph type="body" sz="quarter" idx="13"/>
          </p:nvPr>
        </p:nvSpPr>
        <p:spPr>
          <a:xfrm>
            <a:off x="428400" y="759018"/>
            <a:ext cx="8287200" cy="228362"/>
          </a:xfrm>
        </p:spPr>
        <p:txBody>
          <a:bodyPr>
            <a:normAutofit/>
          </a:bodyPr>
          <a:lstStyle>
            <a:lvl1pPr marL="0" indent="0">
              <a:buNone/>
              <a:defRPr sz="1400">
                <a:solidFill>
                  <a:srgbClr val="0073A3"/>
                </a:solidFill>
              </a:defRPr>
            </a:lvl1pPr>
          </a:lstStyle>
          <a:p>
            <a:pPr lvl="0"/>
            <a:r>
              <a:rPr lang="en-US"/>
              <a:t>Click to edit Master text styles</a:t>
            </a:r>
          </a:p>
        </p:txBody>
      </p:sp>
    </p:spTree>
    <p:extLst>
      <p:ext uri="{BB962C8B-B14F-4D97-AF65-F5344CB8AC3E}">
        <p14:creationId xmlns:p14="http://schemas.microsoft.com/office/powerpoint/2010/main" val="3990514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hapter">
    <p:spTree>
      <p:nvGrpSpPr>
        <p:cNvPr id="1" name=""/>
        <p:cNvGrpSpPr/>
        <p:nvPr/>
      </p:nvGrpSpPr>
      <p:grpSpPr>
        <a:xfrm>
          <a:off x="0" y="0"/>
          <a:ext cx="0" cy="0"/>
          <a:chOff x="0" y="0"/>
          <a:chExt cx="0" cy="0"/>
        </a:xfrm>
      </p:grpSpPr>
      <p:sp>
        <p:nvSpPr>
          <p:cNvPr id="11" name="Espace réservé du texte 10"/>
          <p:cNvSpPr>
            <a:spLocks noGrp="1"/>
          </p:cNvSpPr>
          <p:nvPr>
            <p:ph type="body" sz="quarter" idx="13"/>
          </p:nvPr>
        </p:nvSpPr>
        <p:spPr>
          <a:xfrm>
            <a:off x="900000" y="1148400"/>
            <a:ext cx="7772089" cy="1084983"/>
          </a:xfrm>
        </p:spPr>
        <p:txBody>
          <a:bodyPr>
            <a:noAutofit/>
          </a:bodyPr>
          <a:lstStyle>
            <a:lvl1pPr marL="0" indent="0">
              <a:buNone/>
              <a:defRPr sz="7200">
                <a:solidFill>
                  <a:srgbClr val="00B4E0"/>
                </a:solidFill>
              </a:defRPr>
            </a:lvl1pPr>
          </a:lstStyle>
          <a:p>
            <a:pPr lvl="0"/>
            <a:r>
              <a:rPr lang="en-US"/>
              <a:t>Click to edit Master text styles</a:t>
            </a:r>
          </a:p>
        </p:txBody>
      </p:sp>
      <p:sp>
        <p:nvSpPr>
          <p:cNvPr id="14" name="Rectangle 13">
            <a:extLst>
              <a:ext uri="{FF2B5EF4-FFF2-40B4-BE49-F238E27FC236}">
                <a16:creationId xmlns:a16="http://schemas.microsoft.com/office/drawing/2014/main" id="{7627EB70-D448-DE46-90B8-D45BE7C8F1B0}"/>
              </a:ext>
            </a:extLst>
          </p:cNvPr>
          <p:cNvSpPr/>
          <p:nvPr userDrawn="1"/>
        </p:nvSpPr>
        <p:spPr>
          <a:xfrm>
            <a:off x="1" y="2408400"/>
            <a:ext cx="9144000" cy="1922400"/>
          </a:xfrm>
          <a:prstGeom prst="rect">
            <a:avLst/>
          </a:prstGeom>
          <a:solidFill>
            <a:schemeClr val="bg1">
              <a:lumMod val="95000"/>
            </a:schemeClr>
          </a:solidFill>
          <a:ln>
            <a:noFill/>
          </a:ln>
        </p:spPr>
        <p:style>
          <a:lnRef idx="2">
            <a:schemeClr val="dk1">
              <a:shade val="50000"/>
            </a:schemeClr>
          </a:lnRef>
          <a:fillRef idx="1">
            <a:schemeClr val="dk1"/>
          </a:fillRef>
          <a:effectRef idx="0">
            <a:schemeClr val="dk1"/>
          </a:effectRef>
          <a:fontRef idx="minor">
            <a:schemeClr val="lt1"/>
          </a:fontRef>
        </p:style>
        <p:txBody>
          <a:bodyPr lIns="67500" rtlCol="0" anchor="ctr"/>
          <a:lstStyle/>
          <a:p>
            <a:pPr algn="ctr"/>
            <a:endParaRPr lang="fr-FR" sz="1350"/>
          </a:p>
        </p:txBody>
      </p:sp>
      <p:sp>
        <p:nvSpPr>
          <p:cNvPr id="2" name="Title 1"/>
          <p:cNvSpPr>
            <a:spLocks noGrp="1"/>
          </p:cNvSpPr>
          <p:nvPr>
            <p:ph type="title"/>
          </p:nvPr>
        </p:nvSpPr>
        <p:spPr>
          <a:xfrm>
            <a:off x="928800" y="2624400"/>
            <a:ext cx="7772089" cy="376743"/>
          </a:xfrm>
        </p:spPr>
        <p:txBody>
          <a:bodyPr anchor="t" anchorCtr="0">
            <a:noAutofit/>
          </a:bodyPr>
          <a:lstStyle>
            <a:lvl1pPr>
              <a:defRPr sz="2900" b="0"/>
            </a:lvl1pPr>
          </a:lstStyle>
          <a:p>
            <a:r>
              <a:rPr lang="en-US"/>
              <a:t>Click to edit Master title style</a:t>
            </a:r>
            <a:endParaRPr lang="en-US" dirty="0"/>
          </a:p>
        </p:txBody>
      </p:sp>
      <p:sp>
        <p:nvSpPr>
          <p:cNvPr id="3" name="Text Placeholder 2"/>
          <p:cNvSpPr>
            <a:spLocks noGrp="1"/>
          </p:cNvSpPr>
          <p:nvPr>
            <p:ph type="body" idx="1"/>
          </p:nvPr>
        </p:nvSpPr>
        <p:spPr>
          <a:xfrm>
            <a:off x="928800" y="3034800"/>
            <a:ext cx="7772089" cy="999141"/>
          </a:xfrm>
        </p:spPr>
        <p:txBody>
          <a:bodyPr>
            <a:normAutofit/>
          </a:bodyPr>
          <a:lstStyle>
            <a:lvl1pPr marL="0" indent="0">
              <a:buNone/>
              <a:defRPr sz="2100" spc="80" baseline="0">
                <a:solidFill>
                  <a:schemeClr val="tx1"/>
                </a:solidFill>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3" indent="0">
              <a:buNone/>
              <a:defRPr sz="1600">
                <a:solidFill>
                  <a:schemeClr val="tx1">
                    <a:tint val="75000"/>
                  </a:schemeClr>
                </a:solidFill>
              </a:defRPr>
            </a:lvl4pPr>
            <a:lvl5pPr marL="1828710" indent="0">
              <a:buNone/>
              <a:defRPr sz="1600">
                <a:solidFill>
                  <a:schemeClr val="tx1">
                    <a:tint val="75000"/>
                  </a:schemeClr>
                </a:solidFill>
              </a:defRPr>
            </a:lvl5pPr>
            <a:lvl6pPr marL="2285888" indent="0">
              <a:buNone/>
              <a:defRPr sz="1600">
                <a:solidFill>
                  <a:schemeClr val="tx1">
                    <a:tint val="75000"/>
                  </a:schemeClr>
                </a:solidFill>
              </a:defRPr>
            </a:lvl6pPr>
            <a:lvl7pPr marL="2743064" indent="0">
              <a:buNone/>
              <a:defRPr sz="1600">
                <a:solidFill>
                  <a:schemeClr val="tx1">
                    <a:tint val="75000"/>
                  </a:schemeClr>
                </a:solidFill>
              </a:defRPr>
            </a:lvl7pPr>
            <a:lvl8pPr marL="3200243" indent="0">
              <a:buNone/>
              <a:defRPr sz="1600">
                <a:solidFill>
                  <a:schemeClr val="tx1">
                    <a:tint val="75000"/>
                  </a:schemeClr>
                </a:solidFill>
              </a:defRPr>
            </a:lvl8pPr>
            <a:lvl9pPr marL="365742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GB"/>
              <a:t>Presentation title  l  00 month 0000</a:t>
            </a:r>
          </a:p>
        </p:txBody>
      </p:sp>
      <p:sp>
        <p:nvSpPr>
          <p:cNvPr id="6" name="Slide Number Placeholder 5"/>
          <p:cNvSpPr>
            <a:spLocks noGrp="1"/>
          </p:cNvSpPr>
          <p:nvPr>
            <p:ph type="sldNum" sz="quarter" idx="12"/>
          </p:nvPr>
        </p:nvSpPr>
        <p:spPr/>
        <p:txBody>
          <a:bodyPr/>
          <a:lstStyle/>
          <a:p>
            <a:fld id="{B6DA55B2-71C7-D142-9718-47F3DB26F441}" type="slidenum">
              <a:rPr lang="en-GB" smtClean="0"/>
              <a:t>‹#›</a:t>
            </a:fld>
            <a:endParaRPr lang="en-GB"/>
          </a:p>
        </p:txBody>
      </p:sp>
      <p:sp>
        <p:nvSpPr>
          <p:cNvPr id="9" name="Rectangle 8"/>
          <p:cNvSpPr/>
          <p:nvPr/>
        </p:nvSpPr>
        <p:spPr>
          <a:xfrm>
            <a:off x="428400" y="4671000"/>
            <a:ext cx="360000" cy="27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lIns="90000" rtlCol="0" anchor="ctr"/>
          <a:lstStyle/>
          <a:p>
            <a:pPr algn="ctr"/>
            <a:endParaRPr lang="fr-FR" sz="1800"/>
          </a:p>
        </p:txBody>
      </p:sp>
      <p:sp>
        <p:nvSpPr>
          <p:cNvPr id="15" name="Espace réservé du texte 14"/>
          <p:cNvSpPr>
            <a:spLocks noGrp="1"/>
          </p:cNvSpPr>
          <p:nvPr>
            <p:ph type="body" sz="quarter" idx="14"/>
          </p:nvPr>
        </p:nvSpPr>
        <p:spPr>
          <a:xfrm>
            <a:off x="928800" y="3981600"/>
            <a:ext cx="7772089" cy="218870"/>
          </a:xfrm>
        </p:spPr>
        <p:txBody>
          <a:bodyPr>
            <a:normAutofit/>
          </a:bodyPr>
          <a:lstStyle>
            <a:lvl1pPr marL="0" indent="0">
              <a:buNone/>
              <a:defRPr sz="1100" spc="51" baseline="0">
                <a:solidFill>
                  <a:srgbClr val="005483"/>
                </a:solidFill>
              </a:defRPr>
            </a:lvl1pPr>
          </a:lstStyle>
          <a:p>
            <a:pPr lvl="0"/>
            <a:r>
              <a:rPr lang="en-US"/>
              <a:t>Click to edit Master text styles</a:t>
            </a:r>
          </a:p>
        </p:txBody>
      </p:sp>
      <p:cxnSp>
        <p:nvCxnSpPr>
          <p:cNvPr id="12" name="Connecteur droit 8">
            <a:extLst>
              <a:ext uri="{FF2B5EF4-FFF2-40B4-BE49-F238E27FC236}">
                <a16:creationId xmlns:a16="http://schemas.microsoft.com/office/drawing/2014/main" id="{373BB06B-E64D-7E43-B3D3-0BCA63FAD594}"/>
              </a:ext>
            </a:extLst>
          </p:cNvPr>
          <p:cNvCxnSpPr/>
          <p:nvPr userDrawn="1"/>
        </p:nvCxnSpPr>
        <p:spPr>
          <a:xfrm>
            <a:off x="607686" y="4856400"/>
            <a:ext cx="0" cy="882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Graphique 65">
            <a:extLst>
              <a:ext uri="{FF2B5EF4-FFF2-40B4-BE49-F238E27FC236}">
                <a16:creationId xmlns:a16="http://schemas.microsoft.com/office/drawing/2014/main" id="{3D920BCD-A9EB-616C-316D-6E741412102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56324" y="4588072"/>
            <a:ext cx="759600" cy="335222"/>
          </a:xfrm>
          <a:prstGeom prst="rect">
            <a:avLst/>
          </a:prstGeom>
        </p:spPr>
      </p:pic>
    </p:spTree>
    <p:extLst>
      <p:ext uri="{BB962C8B-B14F-4D97-AF65-F5344CB8AC3E}">
        <p14:creationId xmlns:p14="http://schemas.microsoft.com/office/powerpoint/2010/main" val="291643044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56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1C33DA7-2BBD-3B4B-9C40-8699CB5B8861}"/>
              </a:ext>
            </a:extLst>
          </p:cNvPr>
          <p:cNvSpPr/>
          <p:nvPr userDrawn="1"/>
        </p:nvSpPr>
        <p:spPr>
          <a:xfrm>
            <a:off x="1" y="1390650"/>
            <a:ext cx="9144000" cy="2961750"/>
          </a:xfrm>
          <a:prstGeom prst="rect">
            <a:avLst/>
          </a:prstGeom>
          <a:solidFill>
            <a:schemeClr val="bg1">
              <a:lumMod val="95000"/>
            </a:schemeClr>
          </a:solidFill>
          <a:ln>
            <a:noFill/>
          </a:ln>
        </p:spPr>
        <p:style>
          <a:lnRef idx="2">
            <a:schemeClr val="dk1">
              <a:shade val="50000"/>
            </a:schemeClr>
          </a:lnRef>
          <a:fillRef idx="1">
            <a:schemeClr val="dk1"/>
          </a:fillRef>
          <a:effectRef idx="0">
            <a:schemeClr val="dk1"/>
          </a:effectRef>
          <a:fontRef idx="minor">
            <a:schemeClr val="lt1"/>
          </a:fontRef>
        </p:style>
        <p:txBody>
          <a:bodyPr lIns="67500" rtlCol="0" anchor="ctr"/>
          <a:lstStyle/>
          <a:p>
            <a:pPr algn="ctr"/>
            <a:endParaRPr lang="fr-FR" sz="1350"/>
          </a:p>
        </p:txBody>
      </p:sp>
      <p:sp>
        <p:nvSpPr>
          <p:cNvPr id="2" name="Titre 1"/>
          <p:cNvSpPr>
            <a:spLocks noGrp="1"/>
          </p:cNvSpPr>
          <p:nvPr>
            <p:ph type="title"/>
          </p:nvPr>
        </p:nvSpPr>
        <p:spPr>
          <a:xfrm>
            <a:off x="900000" y="813600"/>
            <a:ext cx="7775998" cy="349671"/>
          </a:xfrm>
        </p:spPr>
        <p:txBody>
          <a:bodyPr>
            <a:noAutofit/>
          </a:bodyPr>
          <a:lstStyle>
            <a:lvl1pPr>
              <a:defRPr sz="3000" b="0">
                <a:solidFill>
                  <a:srgbClr val="00B4E0"/>
                </a:solidFill>
              </a:defRPr>
            </a:lvl1pPr>
          </a:lstStyle>
          <a:p>
            <a:r>
              <a:rPr lang="en-US"/>
              <a:t>Click to edit Master title style</a:t>
            </a:r>
            <a:endParaRPr lang="fr-FR" dirty="0"/>
          </a:p>
        </p:txBody>
      </p:sp>
      <p:sp>
        <p:nvSpPr>
          <p:cNvPr id="3" name="Espace réservé du pied de page 2"/>
          <p:cNvSpPr>
            <a:spLocks noGrp="1"/>
          </p:cNvSpPr>
          <p:nvPr>
            <p:ph type="ftr" sz="quarter" idx="10"/>
          </p:nvPr>
        </p:nvSpPr>
        <p:spPr/>
        <p:txBody>
          <a:bodyPr/>
          <a:lstStyle/>
          <a:p>
            <a:r>
              <a:rPr lang="en-GB"/>
              <a:t>Presentation title  l  00 month 0000</a:t>
            </a:r>
          </a:p>
        </p:txBody>
      </p:sp>
      <p:sp>
        <p:nvSpPr>
          <p:cNvPr id="4" name="Espace réservé du numéro de diapositive 3"/>
          <p:cNvSpPr>
            <a:spLocks noGrp="1"/>
          </p:cNvSpPr>
          <p:nvPr>
            <p:ph type="sldNum" sz="quarter" idx="11"/>
          </p:nvPr>
        </p:nvSpPr>
        <p:spPr/>
        <p:txBody>
          <a:bodyPr/>
          <a:lstStyle/>
          <a:p>
            <a:fld id="{B6DA55B2-71C7-D142-9718-47F3DB26F441}" type="slidenum">
              <a:rPr lang="en-GB" smtClean="0"/>
              <a:t>‹#›</a:t>
            </a:fld>
            <a:endParaRPr lang="en-GB"/>
          </a:p>
        </p:txBody>
      </p:sp>
      <p:sp>
        <p:nvSpPr>
          <p:cNvPr id="6" name="Rectangle 5"/>
          <p:cNvSpPr/>
          <p:nvPr/>
        </p:nvSpPr>
        <p:spPr>
          <a:xfrm>
            <a:off x="428400" y="4671000"/>
            <a:ext cx="360000" cy="27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lIns="90000" rtlCol="0" anchor="ctr"/>
          <a:lstStyle/>
          <a:p>
            <a:pPr algn="ctr"/>
            <a:endParaRPr lang="fr-FR" sz="1800"/>
          </a:p>
        </p:txBody>
      </p:sp>
      <p:sp>
        <p:nvSpPr>
          <p:cNvPr id="9" name="Espace réservé du texte 8"/>
          <p:cNvSpPr>
            <a:spLocks noGrp="1"/>
          </p:cNvSpPr>
          <p:nvPr>
            <p:ph type="body" sz="quarter" idx="12"/>
          </p:nvPr>
        </p:nvSpPr>
        <p:spPr>
          <a:xfrm>
            <a:off x="900000" y="1576800"/>
            <a:ext cx="7703884" cy="2589301"/>
          </a:xfrm>
        </p:spPr>
        <p:txBody>
          <a:bodyPr/>
          <a:lstStyle>
            <a:lvl1pPr marL="269862" indent="-263513">
              <a:spcBef>
                <a:spcPts val="1200"/>
              </a:spcBef>
              <a:buClr>
                <a:schemeClr val="accent1"/>
              </a:buClr>
              <a:buSzPct val="100000"/>
              <a:buFont typeface="+mj-lt"/>
              <a:buAutoNum type="arabicPeriod"/>
              <a:tabLst/>
              <a:defRPr sz="1300" b="1">
                <a:solidFill>
                  <a:schemeClr val="tx1"/>
                </a:solidFill>
              </a:defRPr>
            </a:lvl1pPr>
            <a:lvl2pPr marL="536548" indent="-133344">
              <a:spcBef>
                <a:spcPts val="800"/>
              </a:spcBef>
              <a:tabLst/>
              <a:defRPr sz="1100"/>
            </a:lvl2pPr>
            <a:lvl3pPr marL="269986" indent="-265101">
              <a:spcBef>
                <a:spcPts val="1200"/>
              </a:spcBef>
              <a:buClr>
                <a:schemeClr val="tx2">
                  <a:lumMod val="60000"/>
                  <a:lumOff val="40000"/>
                </a:schemeClr>
              </a:buClr>
              <a:buFont typeface="+mj-lt"/>
              <a:buAutoNum type="arabicPeriod"/>
              <a:tabLst/>
              <a:defRPr sz="1600" b="1">
                <a:solidFill>
                  <a:schemeClr val="tx2">
                    <a:lumMod val="60000"/>
                    <a:lumOff val="40000"/>
                  </a:schemeClr>
                </a:solidFill>
              </a:defRPr>
            </a:lvl3pPr>
          </a:lstStyle>
          <a:p>
            <a:pPr lvl="0"/>
            <a:r>
              <a:rPr lang="en-US"/>
              <a:t>Click to edit Master text styles</a:t>
            </a:r>
          </a:p>
          <a:p>
            <a:pPr lvl="1"/>
            <a:r>
              <a:rPr lang="en-US"/>
              <a:t>Second level</a:t>
            </a:r>
          </a:p>
        </p:txBody>
      </p:sp>
      <p:cxnSp>
        <p:nvCxnSpPr>
          <p:cNvPr id="10" name="Connecteur droit 8">
            <a:extLst>
              <a:ext uri="{FF2B5EF4-FFF2-40B4-BE49-F238E27FC236}">
                <a16:creationId xmlns:a16="http://schemas.microsoft.com/office/drawing/2014/main" id="{B9558D40-008F-FF4A-AEC7-37BA545CF479}"/>
              </a:ext>
            </a:extLst>
          </p:cNvPr>
          <p:cNvCxnSpPr/>
          <p:nvPr userDrawn="1"/>
        </p:nvCxnSpPr>
        <p:spPr>
          <a:xfrm>
            <a:off x="607686" y="4856400"/>
            <a:ext cx="0" cy="882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Graphique 65">
            <a:extLst>
              <a:ext uri="{FF2B5EF4-FFF2-40B4-BE49-F238E27FC236}">
                <a16:creationId xmlns:a16="http://schemas.microsoft.com/office/drawing/2014/main" id="{57C8E3F8-B86D-740E-039B-9C8DBEBA4B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56324" y="4588072"/>
            <a:ext cx="759600" cy="335222"/>
          </a:xfrm>
          <a:prstGeom prst="rect">
            <a:avLst/>
          </a:prstGeom>
        </p:spPr>
      </p:pic>
    </p:spTree>
    <p:extLst>
      <p:ext uri="{BB962C8B-B14F-4D97-AF65-F5344CB8AC3E}">
        <p14:creationId xmlns:p14="http://schemas.microsoft.com/office/powerpoint/2010/main" val="1773917698"/>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56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2" name="Title 1"/>
          <p:cNvSpPr>
            <a:spLocks noGrp="1"/>
          </p:cNvSpPr>
          <p:nvPr>
            <p:ph type="title"/>
          </p:nvPr>
        </p:nvSpPr>
        <p:spPr>
          <a:xfrm>
            <a:off x="428399" y="428400"/>
            <a:ext cx="8287200" cy="2916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28399" y="1119600"/>
            <a:ext cx="4068000" cy="293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7598" y="1119600"/>
            <a:ext cx="4068000" cy="293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r>
              <a:rPr lang="en-GB"/>
              <a:t>Presentation title  l  00 month 0000</a:t>
            </a:r>
          </a:p>
        </p:txBody>
      </p:sp>
      <p:sp>
        <p:nvSpPr>
          <p:cNvPr id="7" name="Slide Number Placeholder 6"/>
          <p:cNvSpPr>
            <a:spLocks noGrp="1"/>
          </p:cNvSpPr>
          <p:nvPr>
            <p:ph type="sldNum" sz="quarter" idx="12"/>
          </p:nvPr>
        </p:nvSpPr>
        <p:spPr/>
        <p:txBody>
          <a:bodyPr/>
          <a:lstStyle/>
          <a:p>
            <a:fld id="{B6DA55B2-71C7-D142-9718-47F3DB26F441}" type="slidenum">
              <a:rPr lang="en-GB" smtClean="0"/>
              <a:t>‹#›</a:t>
            </a:fld>
            <a:endParaRPr lang="en-GB"/>
          </a:p>
        </p:txBody>
      </p:sp>
      <p:sp>
        <p:nvSpPr>
          <p:cNvPr id="9" name="Espace réservé du texte 8"/>
          <p:cNvSpPr>
            <a:spLocks noGrp="1"/>
          </p:cNvSpPr>
          <p:nvPr>
            <p:ph type="body" sz="quarter" idx="13"/>
          </p:nvPr>
        </p:nvSpPr>
        <p:spPr>
          <a:xfrm>
            <a:off x="428398" y="759018"/>
            <a:ext cx="8287200" cy="229500"/>
          </a:xfrm>
        </p:spPr>
        <p:txBody>
          <a:bodyPr>
            <a:normAutofit/>
          </a:bodyPr>
          <a:lstStyle>
            <a:lvl1pPr marL="0" indent="0">
              <a:buNone/>
              <a:defRPr sz="1400">
                <a:solidFill>
                  <a:srgbClr val="0073A3"/>
                </a:solidFill>
              </a:defRPr>
            </a:lvl1pPr>
          </a:lstStyle>
          <a:p>
            <a:pPr lvl="0"/>
            <a:r>
              <a:rPr lang="en-US"/>
              <a:t>Click to edit Master text styles</a:t>
            </a:r>
          </a:p>
        </p:txBody>
      </p:sp>
      <p:sp>
        <p:nvSpPr>
          <p:cNvPr id="8" name="Espace réservé du contenu 7"/>
          <p:cNvSpPr>
            <a:spLocks noGrp="1"/>
          </p:cNvSpPr>
          <p:nvPr>
            <p:ph sz="quarter" idx="14"/>
          </p:nvPr>
        </p:nvSpPr>
        <p:spPr>
          <a:xfrm>
            <a:off x="428398" y="4095752"/>
            <a:ext cx="8287200" cy="466725"/>
          </a:xfrm>
        </p:spPr>
        <p:txBody>
          <a:bodyPr anchor="b"/>
          <a:lstStyle>
            <a:lvl1pPr marL="6351" indent="0" algn="just">
              <a:buNone/>
              <a:defRPr sz="700">
                <a:solidFill>
                  <a:srgbClr val="005483"/>
                </a:solidFill>
              </a:defRPr>
            </a:lvl1pPr>
          </a:lstStyle>
          <a:p>
            <a:pPr lvl="0"/>
            <a:r>
              <a:rPr lang="en-US"/>
              <a:t>Click to edit Master text styles</a:t>
            </a:r>
          </a:p>
        </p:txBody>
      </p:sp>
    </p:spTree>
    <p:extLst>
      <p:ext uri="{BB962C8B-B14F-4D97-AF65-F5344CB8AC3E}">
        <p14:creationId xmlns:p14="http://schemas.microsoft.com/office/powerpoint/2010/main" val="15968281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Disclaimer">
    <p:spTree>
      <p:nvGrpSpPr>
        <p:cNvPr id="1" name=""/>
        <p:cNvGrpSpPr/>
        <p:nvPr/>
      </p:nvGrpSpPr>
      <p:grpSpPr>
        <a:xfrm>
          <a:off x="0" y="0"/>
          <a:ext cx="0" cy="0"/>
          <a:chOff x="0" y="0"/>
          <a:chExt cx="0" cy="0"/>
        </a:xfrm>
      </p:grpSpPr>
      <p:sp>
        <p:nvSpPr>
          <p:cNvPr id="8" name="Rectangle 7"/>
          <p:cNvSpPr/>
          <p:nvPr/>
        </p:nvSpPr>
        <p:spPr>
          <a:xfrm>
            <a:off x="428400" y="4668300"/>
            <a:ext cx="360000" cy="27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lIns="90000" rtlCol="0" anchor="ctr"/>
          <a:lstStyle/>
          <a:p>
            <a:pPr algn="ctr"/>
            <a:endParaRPr lang="fr-FR" sz="1800"/>
          </a:p>
        </p:txBody>
      </p:sp>
      <p:sp>
        <p:nvSpPr>
          <p:cNvPr id="3" name="Espace réservé du pied de page 2"/>
          <p:cNvSpPr>
            <a:spLocks noGrp="1"/>
          </p:cNvSpPr>
          <p:nvPr>
            <p:ph type="ftr" sz="quarter" idx="10"/>
          </p:nvPr>
        </p:nvSpPr>
        <p:spPr/>
        <p:txBody>
          <a:bodyPr/>
          <a:lstStyle/>
          <a:p>
            <a:r>
              <a:rPr lang="en-GB"/>
              <a:t>Presentation title  l  00 month 0000</a:t>
            </a:r>
          </a:p>
        </p:txBody>
      </p:sp>
      <p:sp>
        <p:nvSpPr>
          <p:cNvPr id="4" name="Espace réservé du numéro de diapositive 3"/>
          <p:cNvSpPr>
            <a:spLocks noGrp="1"/>
          </p:cNvSpPr>
          <p:nvPr>
            <p:ph type="sldNum" sz="quarter" idx="11"/>
          </p:nvPr>
        </p:nvSpPr>
        <p:spPr/>
        <p:txBody>
          <a:bodyPr/>
          <a:lstStyle/>
          <a:p>
            <a:fld id="{B6DA55B2-71C7-D142-9718-47F3DB26F441}" type="slidenum">
              <a:rPr lang="en-GB" smtClean="0"/>
              <a:t>‹#›</a:t>
            </a:fld>
            <a:endParaRPr lang="en-GB"/>
          </a:p>
        </p:txBody>
      </p:sp>
      <p:sp>
        <p:nvSpPr>
          <p:cNvPr id="7" name="Espace réservé du texte 6"/>
          <p:cNvSpPr>
            <a:spLocks noGrp="1"/>
          </p:cNvSpPr>
          <p:nvPr>
            <p:ph type="body" sz="quarter" idx="12"/>
          </p:nvPr>
        </p:nvSpPr>
        <p:spPr>
          <a:xfrm>
            <a:off x="428400" y="1026042"/>
            <a:ext cx="8287199" cy="3346984"/>
          </a:xfrm>
        </p:spPr>
        <p:txBody>
          <a:bodyPr anchor="b"/>
          <a:lstStyle>
            <a:lvl1pPr marL="177792" indent="-171442">
              <a:tabLst/>
              <a:defRPr sz="900">
                <a:solidFill>
                  <a:schemeClr val="accent1"/>
                </a:solidFill>
              </a:defRPr>
            </a:lvl1pPr>
            <a:lvl2pPr marL="177792" indent="0" algn="just">
              <a:buNone/>
              <a:tabLst/>
              <a:defRPr sz="700">
                <a:solidFill>
                  <a:srgbClr val="005483"/>
                </a:solidFill>
              </a:defRPr>
            </a:lvl2pPr>
          </a:lstStyle>
          <a:p>
            <a:pPr lvl="0"/>
            <a:r>
              <a:rPr lang="en-US"/>
              <a:t>Click to edit Master text styles</a:t>
            </a:r>
          </a:p>
          <a:p>
            <a:pPr lvl="1"/>
            <a:r>
              <a:rPr lang="en-US"/>
              <a:t>Second level</a:t>
            </a:r>
          </a:p>
        </p:txBody>
      </p:sp>
      <p:cxnSp>
        <p:nvCxnSpPr>
          <p:cNvPr id="11" name="Connecteur droit 8">
            <a:extLst>
              <a:ext uri="{FF2B5EF4-FFF2-40B4-BE49-F238E27FC236}">
                <a16:creationId xmlns:a16="http://schemas.microsoft.com/office/drawing/2014/main" id="{3BE4DFD2-6DFC-B643-8CAE-041166C8F85E}"/>
              </a:ext>
            </a:extLst>
          </p:cNvPr>
          <p:cNvCxnSpPr/>
          <p:nvPr userDrawn="1"/>
        </p:nvCxnSpPr>
        <p:spPr>
          <a:xfrm>
            <a:off x="607686" y="4856400"/>
            <a:ext cx="0" cy="882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Graphique 65">
            <a:extLst>
              <a:ext uri="{FF2B5EF4-FFF2-40B4-BE49-F238E27FC236}">
                <a16:creationId xmlns:a16="http://schemas.microsoft.com/office/drawing/2014/main" id="{E27504F6-F048-B328-2091-6D2AE93D20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56324" y="4588072"/>
            <a:ext cx="759600" cy="335222"/>
          </a:xfrm>
          <a:prstGeom prst="rect">
            <a:avLst/>
          </a:prstGeom>
        </p:spPr>
      </p:pic>
    </p:spTree>
    <p:extLst>
      <p:ext uri="{BB962C8B-B14F-4D97-AF65-F5344CB8AC3E}">
        <p14:creationId xmlns:p14="http://schemas.microsoft.com/office/powerpoint/2010/main" val="2554794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8399" y="428400"/>
            <a:ext cx="8287200" cy="349671"/>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428399" y="1040401"/>
            <a:ext cx="8287200" cy="334439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685117" y="4845600"/>
            <a:ext cx="5212196" cy="135000"/>
          </a:xfrm>
          <a:prstGeom prst="rect">
            <a:avLst/>
          </a:prstGeom>
        </p:spPr>
        <p:txBody>
          <a:bodyPr vert="horz" lIns="0" tIns="0" rIns="0" bIns="0" rtlCol="0" anchor="t" anchorCtr="0"/>
          <a:lstStyle>
            <a:lvl1pPr algn="l">
              <a:defRPr sz="700" spc="31" baseline="0">
                <a:solidFill>
                  <a:schemeClr val="tx1"/>
                </a:solidFill>
              </a:defRPr>
            </a:lvl1pPr>
          </a:lstStyle>
          <a:p>
            <a:r>
              <a:rPr lang="en-GB"/>
              <a:t>Presentation title  l  00 month 0000</a:t>
            </a:r>
          </a:p>
        </p:txBody>
      </p:sp>
      <p:sp>
        <p:nvSpPr>
          <p:cNvPr id="6" name="Slide Number Placeholder 5"/>
          <p:cNvSpPr>
            <a:spLocks noGrp="1"/>
          </p:cNvSpPr>
          <p:nvPr>
            <p:ph type="sldNum" sz="quarter" idx="4"/>
          </p:nvPr>
        </p:nvSpPr>
        <p:spPr>
          <a:xfrm>
            <a:off x="428399" y="4845600"/>
            <a:ext cx="180001" cy="135000"/>
          </a:xfrm>
          <a:prstGeom prst="rect">
            <a:avLst/>
          </a:prstGeom>
        </p:spPr>
        <p:txBody>
          <a:bodyPr vert="horz" lIns="0" tIns="0" rIns="0" bIns="0" rtlCol="0" anchor="t" anchorCtr="0"/>
          <a:lstStyle>
            <a:lvl1pPr algn="l">
              <a:defRPr sz="700">
                <a:solidFill>
                  <a:schemeClr val="tx1"/>
                </a:solidFill>
              </a:defRPr>
            </a:lvl1pPr>
          </a:lstStyle>
          <a:p>
            <a:fld id="{2B1C6FFC-D040-034F-8B69-20295064E64D}" type="slidenum">
              <a:rPr lang="fr-FR" smtClean="0"/>
              <a:pPr/>
              <a:t>‹#›</a:t>
            </a:fld>
            <a:endParaRPr lang="fr-FR" dirty="0"/>
          </a:p>
        </p:txBody>
      </p:sp>
      <p:sp>
        <p:nvSpPr>
          <p:cNvPr id="13" name="Rectangle 12"/>
          <p:cNvSpPr/>
          <p:nvPr/>
        </p:nvSpPr>
        <p:spPr>
          <a:xfrm>
            <a:off x="428400" y="4671000"/>
            <a:ext cx="360000" cy="27000"/>
          </a:xfrm>
          <a:prstGeom prst="rect">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sz="1800"/>
          </a:p>
        </p:txBody>
      </p:sp>
      <p:cxnSp>
        <p:nvCxnSpPr>
          <p:cNvPr id="11" name="Connecteur droit 8">
            <a:extLst>
              <a:ext uri="{FF2B5EF4-FFF2-40B4-BE49-F238E27FC236}">
                <a16:creationId xmlns:a16="http://schemas.microsoft.com/office/drawing/2014/main" id="{7F710BDB-A926-7747-A609-83D680A864E1}"/>
              </a:ext>
            </a:extLst>
          </p:cNvPr>
          <p:cNvCxnSpPr/>
          <p:nvPr userDrawn="1"/>
        </p:nvCxnSpPr>
        <p:spPr>
          <a:xfrm>
            <a:off x="607686" y="4856400"/>
            <a:ext cx="0" cy="882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Graphique 65">
            <a:extLst>
              <a:ext uri="{FF2B5EF4-FFF2-40B4-BE49-F238E27FC236}">
                <a16:creationId xmlns:a16="http://schemas.microsoft.com/office/drawing/2014/main" id="{598061B9-6267-F86B-2291-00A645681308}"/>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7956324" y="4588072"/>
            <a:ext cx="759600" cy="335222"/>
          </a:xfrm>
          <a:prstGeom prst="rect">
            <a:avLst/>
          </a:prstGeom>
        </p:spPr>
      </p:pic>
    </p:spTree>
    <p:extLst>
      <p:ext uri="{BB962C8B-B14F-4D97-AF65-F5344CB8AC3E}">
        <p14:creationId xmlns:p14="http://schemas.microsoft.com/office/powerpoint/2010/main" val="501362392"/>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697" r:id="rId7"/>
    <p:sldLayoutId id="2147483698" r:id="rId8"/>
    <p:sldLayoutId id="2147483699" r:id="rId9"/>
    <p:sldLayoutId id="2147483700" r:id="rId10"/>
    <p:sldLayoutId id="2147483701" r:id="rId11"/>
    <p:sldLayoutId id="2147483702" r:id="rId12"/>
  </p:sldLayoutIdLst>
  <p:hf hdr="0" dt="0"/>
  <p:txStyles>
    <p:titleStyle>
      <a:lvl1pPr algn="l" defTabSz="914355" rtl="0" eaLnBrk="1" latinLnBrk="0" hangingPunct="1">
        <a:lnSpc>
          <a:spcPct val="90000"/>
        </a:lnSpc>
        <a:spcBef>
          <a:spcPct val="0"/>
        </a:spcBef>
        <a:buNone/>
        <a:defRPr sz="2100" b="1" kern="1200" spc="51" baseline="0">
          <a:solidFill>
            <a:schemeClr val="tx1"/>
          </a:solidFill>
          <a:latin typeface="+mj-lt"/>
          <a:ea typeface="+mj-ea"/>
          <a:cs typeface="+mj-cs"/>
        </a:defRPr>
      </a:lvl1pPr>
    </p:titleStyle>
    <p:bodyStyle>
      <a:lvl1pPr marL="195263" indent="-188913" algn="l" defTabSz="914355" rtl="0" eaLnBrk="1" latinLnBrk="0" hangingPunct="1">
        <a:lnSpc>
          <a:spcPct val="100000"/>
        </a:lnSpc>
        <a:spcBef>
          <a:spcPts val="1000"/>
        </a:spcBef>
        <a:buClr>
          <a:schemeClr val="accent1"/>
        </a:buClr>
        <a:buSzPct val="130000"/>
        <a:buFont typeface="CambriaMath" charset="0"/>
        <a:buChar char="⎯"/>
        <a:tabLst/>
        <a:defRPr sz="1400" kern="1200">
          <a:solidFill>
            <a:srgbClr val="001C4B"/>
          </a:solidFill>
          <a:latin typeface="+mn-lt"/>
          <a:ea typeface="+mn-ea"/>
          <a:cs typeface="+mn-cs"/>
        </a:defRPr>
      </a:lvl1pPr>
      <a:lvl2pPr marL="365125" indent="-141288" algn="l" defTabSz="914355" rtl="0" eaLnBrk="1" latinLnBrk="0" hangingPunct="1">
        <a:lnSpc>
          <a:spcPct val="100000"/>
        </a:lnSpc>
        <a:spcBef>
          <a:spcPts val="500"/>
        </a:spcBef>
        <a:buClr>
          <a:schemeClr val="accent2"/>
        </a:buClr>
        <a:buFont typeface="CambriaMath" charset="0"/>
        <a:buChar char="⎯"/>
        <a:tabLst/>
        <a:defRPr sz="1200" kern="1200">
          <a:solidFill>
            <a:schemeClr val="bg2">
              <a:lumMod val="10000"/>
            </a:schemeClr>
          </a:solidFill>
          <a:latin typeface="+mn-lt"/>
          <a:ea typeface="+mn-ea"/>
          <a:cs typeface="+mn-cs"/>
        </a:defRPr>
      </a:lvl2pPr>
      <a:lvl3pPr marL="536575" indent="-125413" algn="l" defTabSz="914355" rtl="0" eaLnBrk="1" latinLnBrk="0" hangingPunct="1">
        <a:lnSpc>
          <a:spcPct val="100000"/>
        </a:lnSpc>
        <a:spcBef>
          <a:spcPts val="500"/>
        </a:spcBef>
        <a:buClr>
          <a:schemeClr val="accent2"/>
        </a:buClr>
        <a:buFont typeface="LucidaGrande-Bold" charset="0"/>
        <a:buChar char="⁃"/>
        <a:tabLst/>
        <a:defRPr sz="1000" kern="1200">
          <a:solidFill>
            <a:schemeClr val="bg2">
              <a:lumMod val="10000"/>
            </a:schemeClr>
          </a:solidFill>
          <a:latin typeface="+mn-lt"/>
          <a:ea typeface="+mn-ea"/>
          <a:cs typeface="+mn-cs"/>
        </a:defRPr>
      </a:lvl3pPr>
      <a:lvl4pPr marL="7938" indent="0" algn="l" defTabSz="914355" rtl="0" eaLnBrk="1" latinLnBrk="0" hangingPunct="1">
        <a:lnSpc>
          <a:spcPct val="100000"/>
        </a:lnSpc>
        <a:spcBef>
          <a:spcPts val="500"/>
        </a:spcBef>
        <a:buFont typeface="Arial" charset="0"/>
        <a:buNone/>
        <a:tabLst/>
        <a:defRPr sz="1000" kern="1200">
          <a:solidFill>
            <a:schemeClr val="accent4"/>
          </a:solidFill>
          <a:latin typeface="+mn-lt"/>
          <a:ea typeface="+mn-ea"/>
          <a:cs typeface="+mn-cs"/>
        </a:defRPr>
      </a:lvl4pPr>
      <a:lvl5pPr marL="7938" indent="0" algn="l" defTabSz="914355" rtl="0" eaLnBrk="1" latinLnBrk="0" hangingPunct="1">
        <a:lnSpc>
          <a:spcPct val="100000"/>
        </a:lnSpc>
        <a:spcBef>
          <a:spcPts val="500"/>
        </a:spcBef>
        <a:buFont typeface="Arial" charset="0"/>
        <a:buNone/>
        <a:tabLst/>
        <a:defRPr sz="1000" kern="1200">
          <a:solidFill>
            <a:schemeClr val="accent1"/>
          </a:solidFill>
          <a:latin typeface="+mn-lt"/>
          <a:ea typeface="+mn-ea"/>
          <a:cs typeface="+mn-cs"/>
        </a:defRPr>
      </a:lvl5pPr>
      <a:lvl6pPr marL="251447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3"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31"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8"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3" algn="l" defTabSz="914355" rtl="0" eaLnBrk="1" latinLnBrk="0" hangingPunct="1">
        <a:defRPr sz="1800" kern="1200">
          <a:solidFill>
            <a:schemeClr val="tx1"/>
          </a:solidFill>
          <a:latin typeface="+mn-lt"/>
          <a:ea typeface="+mn-ea"/>
          <a:cs typeface="+mn-cs"/>
        </a:defRPr>
      </a:lvl4pPr>
      <a:lvl5pPr marL="1828710" algn="l" defTabSz="914355" rtl="0" eaLnBrk="1" latinLnBrk="0" hangingPunct="1">
        <a:defRPr sz="1800" kern="1200">
          <a:solidFill>
            <a:schemeClr val="tx1"/>
          </a:solidFill>
          <a:latin typeface="+mn-lt"/>
          <a:ea typeface="+mn-ea"/>
          <a:cs typeface="+mn-cs"/>
        </a:defRPr>
      </a:lvl5pPr>
      <a:lvl6pPr marL="2285888"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3" algn="l" defTabSz="914355" rtl="0" eaLnBrk="1" latinLnBrk="0" hangingPunct="1">
        <a:defRPr sz="1800" kern="1200">
          <a:solidFill>
            <a:schemeClr val="tx1"/>
          </a:solidFill>
          <a:latin typeface="+mn-lt"/>
          <a:ea typeface="+mn-ea"/>
          <a:cs typeface="+mn-cs"/>
        </a:defRPr>
      </a:lvl8pPr>
      <a:lvl9pPr marL="3657420" algn="l" defTabSz="91435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pied de page 4"/>
          <p:cNvSpPr>
            <a:spLocks noGrp="1"/>
          </p:cNvSpPr>
          <p:nvPr>
            <p:ph type="ftr" sz="quarter" idx="11"/>
          </p:nvPr>
        </p:nvSpPr>
        <p:spPr/>
        <p:txBody>
          <a:bodyPr/>
          <a:lstStyle/>
          <a:p>
            <a:r>
              <a:rPr lang="en-GB"/>
              <a:t>Presentation title  l  00 month 0000</a:t>
            </a:r>
          </a:p>
        </p:txBody>
      </p:sp>
      <p:sp>
        <p:nvSpPr>
          <p:cNvPr id="6" name="Espace réservé du numéro de diapositive 5"/>
          <p:cNvSpPr>
            <a:spLocks noGrp="1"/>
          </p:cNvSpPr>
          <p:nvPr>
            <p:ph type="sldNum" sz="quarter" idx="12"/>
          </p:nvPr>
        </p:nvSpPr>
        <p:spPr/>
        <p:txBody>
          <a:bodyPr/>
          <a:lstStyle/>
          <a:p>
            <a:fld id="{2B1C6FFC-D040-034F-8B69-20295064E64D}" type="slidenum">
              <a:rPr lang="fr-FR" smtClean="0"/>
              <a:t>1</a:t>
            </a:fld>
            <a:endParaRPr lang="fr-FR"/>
          </a:p>
        </p:txBody>
      </p:sp>
      <p:sp>
        <p:nvSpPr>
          <p:cNvPr id="17" name="Titre 1">
            <a:extLst>
              <a:ext uri="{FF2B5EF4-FFF2-40B4-BE49-F238E27FC236}">
                <a16:creationId xmlns:a16="http://schemas.microsoft.com/office/drawing/2014/main" id="{B1CD623C-9502-BF74-5914-640DB7FBE702}"/>
              </a:ext>
            </a:extLst>
          </p:cNvPr>
          <p:cNvSpPr>
            <a:spLocks noGrp="1"/>
          </p:cNvSpPr>
          <p:nvPr>
            <p:ph type="title"/>
          </p:nvPr>
        </p:nvSpPr>
        <p:spPr>
          <a:xfrm>
            <a:off x="428399" y="428400"/>
            <a:ext cx="8287200" cy="291600"/>
          </a:xfrm>
        </p:spPr>
        <p:txBody>
          <a:bodyPr anchor="ctr">
            <a:normAutofit fontScale="90000"/>
          </a:bodyPr>
          <a:lstStyle/>
          <a:p>
            <a:r>
              <a:rPr lang="en-GB" dirty="0"/>
              <a:t>Strategic integration of private assets in multi asset allocation</a:t>
            </a:r>
            <a:endParaRPr lang="en-GB" noProof="0" dirty="0"/>
          </a:p>
        </p:txBody>
      </p:sp>
      <p:sp>
        <p:nvSpPr>
          <p:cNvPr id="18" name="Content Placeholder 5">
            <a:extLst>
              <a:ext uri="{FF2B5EF4-FFF2-40B4-BE49-F238E27FC236}">
                <a16:creationId xmlns:a16="http://schemas.microsoft.com/office/drawing/2014/main" id="{3200B13C-F1ED-8F20-4D57-07C40435F21C}"/>
              </a:ext>
            </a:extLst>
          </p:cNvPr>
          <p:cNvSpPr>
            <a:spLocks noGrp="1"/>
          </p:cNvSpPr>
          <p:nvPr>
            <p:ph sz="half" idx="1"/>
          </p:nvPr>
        </p:nvSpPr>
        <p:spPr>
          <a:xfrm>
            <a:off x="428399" y="1069947"/>
            <a:ext cx="8287200" cy="1301294"/>
          </a:xfrm>
        </p:spPr>
        <p:txBody>
          <a:bodyPr/>
          <a:lstStyle/>
          <a:p>
            <a:pPr marL="6350" indent="0">
              <a:buNone/>
            </a:pPr>
            <a:r>
              <a:rPr lang="en-US" sz="1000" b="1" dirty="0">
                <a:solidFill>
                  <a:schemeClr val="accent1"/>
                </a:solidFill>
              </a:rPr>
              <a:t>Highlights</a:t>
            </a:r>
          </a:p>
          <a:p>
            <a:pPr>
              <a:spcBef>
                <a:spcPts val="600"/>
              </a:spcBef>
              <a:buFont typeface="Arial" panose="020B0604020202020204" pitchFamily="34" charset="0"/>
              <a:buChar char="•"/>
            </a:pPr>
            <a:r>
              <a:rPr lang="en-US" sz="1000" b="1" dirty="0"/>
              <a:t>Strategic Asset Allocation: </a:t>
            </a:r>
            <a:r>
              <a:rPr lang="en-US" sz="1000" dirty="0"/>
              <a:t>provides an overview of Amundi approach to model private assets and define long-term allocation targets in the context of a liquid-illiquid allocation  </a:t>
            </a:r>
          </a:p>
          <a:p>
            <a:pPr>
              <a:spcBef>
                <a:spcPts val="600"/>
              </a:spcBef>
              <a:buFont typeface="Arial" panose="020B0604020202020204" pitchFamily="34" charset="0"/>
              <a:buChar char="•"/>
            </a:pPr>
            <a:r>
              <a:rPr lang="en-US" sz="1000" b="1" dirty="0"/>
              <a:t>Importance of commitment approach:</a:t>
            </a:r>
            <a:r>
              <a:rPr lang="en-US" sz="1000" dirty="0"/>
              <a:t> introduces a stochastic framework to simulate various commitment strategies and their outcomes on a global multi-asset allocation in terms of average exposure and liquidity management</a:t>
            </a:r>
          </a:p>
          <a:p>
            <a:pPr>
              <a:spcBef>
                <a:spcPts val="600"/>
              </a:spcBef>
              <a:buFont typeface="Arial" panose="020B0604020202020204" pitchFamily="34" charset="0"/>
              <a:buChar char="•"/>
            </a:pPr>
            <a:r>
              <a:rPr lang="en-US" sz="1000" b="1" dirty="0"/>
              <a:t>Integrated approach</a:t>
            </a:r>
            <a:r>
              <a:rPr lang="en-US" sz="1000" dirty="0"/>
              <a:t>: states how SAA and commitment planning are intertwined, and the outcome of commitments simulation can affect the choice of allocation targets</a:t>
            </a:r>
          </a:p>
        </p:txBody>
      </p:sp>
      <p:sp>
        <p:nvSpPr>
          <p:cNvPr id="19" name="Content Placeholder 2">
            <a:extLst>
              <a:ext uri="{FF2B5EF4-FFF2-40B4-BE49-F238E27FC236}">
                <a16:creationId xmlns:a16="http://schemas.microsoft.com/office/drawing/2014/main" id="{D3607706-00B1-CF7B-480C-8FF6C61BB650}"/>
              </a:ext>
            </a:extLst>
          </p:cNvPr>
          <p:cNvSpPr>
            <a:spLocks noGrp="1"/>
          </p:cNvSpPr>
          <p:nvPr>
            <p:ph sz="half" idx="2"/>
          </p:nvPr>
        </p:nvSpPr>
        <p:spPr>
          <a:xfrm>
            <a:off x="4701710" y="2539951"/>
            <a:ext cx="4068000" cy="2232146"/>
          </a:xfrm>
        </p:spPr>
        <p:txBody>
          <a:bodyPr/>
          <a:lstStyle/>
          <a:p>
            <a:pPr marL="234950" indent="-228600">
              <a:spcBef>
                <a:spcPts val="600"/>
              </a:spcBef>
              <a:buSzPct val="100000"/>
              <a:buFont typeface="+mj-lt"/>
              <a:buAutoNum type="arabicPeriod"/>
            </a:pPr>
            <a:r>
              <a:rPr lang="en-US" sz="900" b="1" dirty="0"/>
              <a:t>Strategic Asset Allocation: </a:t>
            </a:r>
            <a:r>
              <a:rPr lang="en-US" sz="900" dirty="0"/>
              <a:t>a robust approach considers capital market assumptions, measures of economic risk (unsmoothed risk) and </a:t>
            </a:r>
            <a:r>
              <a:rPr lang="en-US" sz="900" dirty="0" err="1"/>
              <a:t>optimisation</a:t>
            </a:r>
            <a:r>
              <a:rPr lang="en-US" sz="900" dirty="0"/>
              <a:t> objective function based on tail risk and illiquidity.</a:t>
            </a:r>
          </a:p>
          <a:p>
            <a:pPr marL="234950" indent="-228600">
              <a:spcBef>
                <a:spcPts val="600"/>
              </a:spcBef>
              <a:buSzPct val="100000"/>
              <a:buFont typeface="+mj-lt"/>
              <a:buAutoNum type="arabicPeriod" startAt="2"/>
            </a:pPr>
            <a:r>
              <a:rPr lang="en-US" sz="900" b="1" dirty="0"/>
              <a:t>Commitment strategy</a:t>
            </a:r>
            <a:r>
              <a:rPr lang="en-US" sz="900" dirty="0"/>
              <a:t>: there is no one-size-fit-all approach. Investors must calibrate the strategy that best meets objectives of exposure build-up speed, stability, diversification and liquidity management. A simple Target NAV approach calibrated on private assets characteristics provides  satisfying combination of the above-mentioned targets.</a:t>
            </a:r>
          </a:p>
          <a:p>
            <a:pPr marL="234950" indent="-228600">
              <a:spcBef>
                <a:spcPts val="600"/>
              </a:spcBef>
              <a:buSzPct val="100000"/>
              <a:buFont typeface="+mj-lt"/>
              <a:buAutoNum type="arabicPeriod" startAt="2"/>
            </a:pPr>
            <a:r>
              <a:rPr lang="en-US" sz="900" b="1" dirty="0"/>
              <a:t>Managing of undrawn capital</a:t>
            </a:r>
            <a:r>
              <a:rPr lang="en-US" sz="900" dirty="0"/>
              <a:t>: several approaches are introduced (proxy-beta, asset allocation replication and volatility controlled), each with different characteristics, levels of expertise required and consequences in terms of overall asset allocation performance.</a:t>
            </a:r>
          </a:p>
        </p:txBody>
      </p:sp>
      <p:sp>
        <p:nvSpPr>
          <p:cNvPr id="20" name="Text Placeholder 13">
            <a:extLst>
              <a:ext uri="{FF2B5EF4-FFF2-40B4-BE49-F238E27FC236}">
                <a16:creationId xmlns:a16="http://schemas.microsoft.com/office/drawing/2014/main" id="{4A7B21FF-0293-6317-2C0D-00CEF2C88885}"/>
              </a:ext>
            </a:extLst>
          </p:cNvPr>
          <p:cNvSpPr>
            <a:spLocks noGrp="1"/>
          </p:cNvSpPr>
          <p:nvPr>
            <p:ph type="body" sz="quarter" idx="13"/>
          </p:nvPr>
        </p:nvSpPr>
        <p:spPr>
          <a:xfrm>
            <a:off x="428398" y="759018"/>
            <a:ext cx="8287200" cy="229500"/>
          </a:xfrm>
        </p:spPr>
        <p:txBody>
          <a:bodyPr>
            <a:normAutofit/>
          </a:bodyPr>
          <a:lstStyle/>
          <a:p>
            <a:r>
              <a:rPr lang="en-GB" sz="1100" dirty="0"/>
              <a:t>Strategic integration of private assets in multi asset allocation </a:t>
            </a:r>
            <a:r>
              <a:rPr lang="en-US" sz="1100" dirty="0"/>
              <a:t>– Solutions (Foscari, Gisimundo, Zanetti) &amp; Alpha (Balagna)</a:t>
            </a:r>
            <a:endParaRPr lang="fr-FR" sz="1100" dirty="0"/>
          </a:p>
        </p:txBody>
      </p:sp>
      <p:sp>
        <p:nvSpPr>
          <p:cNvPr id="21" name="Content Placeholder 5">
            <a:extLst>
              <a:ext uri="{FF2B5EF4-FFF2-40B4-BE49-F238E27FC236}">
                <a16:creationId xmlns:a16="http://schemas.microsoft.com/office/drawing/2014/main" id="{6BDD76A7-4456-5E36-36C5-90A07C8F5F8D}"/>
              </a:ext>
            </a:extLst>
          </p:cNvPr>
          <p:cNvSpPr txBox="1">
            <a:spLocks/>
          </p:cNvSpPr>
          <p:nvPr/>
        </p:nvSpPr>
        <p:spPr>
          <a:xfrm>
            <a:off x="428398" y="2536979"/>
            <a:ext cx="4068000" cy="2002654"/>
          </a:xfrm>
          <a:prstGeom prst="rect">
            <a:avLst/>
          </a:prstGeom>
        </p:spPr>
        <p:txBody>
          <a:bodyPr vert="horz" lIns="0" tIns="0" rIns="0" bIns="0" rtlCol="0">
            <a:noAutofit/>
          </a:bodyPr>
          <a:lstStyle>
            <a:lvl1pPr marL="195263" indent="-188913" algn="l" defTabSz="914355" rtl="0" eaLnBrk="1" latinLnBrk="0" hangingPunct="1">
              <a:lnSpc>
                <a:spcPct val="100000"/>
              </a:lnSpc>
              <a:spcBef>
                <a:spcPts val="1000"/>
              </a:spcBef>
              <a:buClr>
                <a:schemeClr val="accent1"/>
              </a:buClr>
              <a:buSzPct val="130000"/>
              <a:buFont typeface="CambriaMath" charset="0"/>
              <a:buChar char="⎯"/>
              <a:tabLst/>
              <a:defRPr sz="1400" kern="1200">
                <a:solidFill>
                  <a:srgbClr val="001C4B"/>
                </a:solidFill>
                <a:latin typeface="+mn-lt"/>
                <a:ea typeface="+mn-ea"/>
                <a:cs typeface="+mn-cs"/>
              </a:defRPr>
            </a:lvl1pPr>
            <a:lvl2pPr marL="365125" indent="-141288" algn="l" defTabSz="914355" rtl="0" eaLnBrk="1" latinLnBrk="0" hangingPunct="1">
              <a:lnSpc>
                <a:spcPct val="100000"/>
              </a:lnSpc>
              <a:spcBef>
                <a:spcPts val="500"/>
              </a:spcBef>
              <a:buClr>
                <a:schemeClr val="accent2"/>
              </a:buClr>
              <a:buFont typeface="CambriaMath" charset="0"/>
              <a:buChar char="⎯"/>
              <a:tabLst/>
              <a:defRPr sz="1200" kern="1200">
                <a:solidFill>
                  <a:schemeClr val="bg2">
                    <a:lumMod val="10000"/>
                  </a:schemeClr>
                </a:solidFill>
                <a:latin typeface="+mn-lt"/>
                <a:ea typeface="+mn-ea"/>
                <a:cs typeface="+mn-cs"/>
              </a:defRPr>
            </a:lvl2pPr>
            <a:lvl3pPr marL="536575" indent="-125413" algn="l" defTabSz="914355" rtl="0" eaLnBrk="1" latinLnBrk="0" hangingPunct="1">
              <a:lnSpc>
                <a:spcPct val="100000"/>
              </a:lnSpc>
              <a:spcBef>
                <a:spcPts val="500"/>
              </a:spcBef>
              <a:buClr>
                <a:schemeClr val="accent2"/>
              </a:buClr>
              <a:buFont typeface="LucidaGrande-Bold" charset="0"/>
              <a:buChar char="⁃"/>
              <a:tabLst/>
              <a:defRPr sz="1000" kern="1200">
                <a:solidFill>
                  <a:schemeClr val="bg2">
                    <a:lumMod val="10000"/>
                  </a:schemeClr>
                </a:solidFill>
                <a:latin typeface="+mn-lt"/>
                <a:ea typeface="+mn-ea"/>
                <a:cs typeface="+mn-cs"/>
              </a:defRPr>
            </a:lvl3pPr>
            <a:lvl4pPr marL="7938" indent="0" algn="l" defTabSz="914355" rtl="0" eaLnBrk="1" latinLnBrk="0" hangingPunct="1">
              <a:lnSpc>
                <a:spcPct val="100000"/>
              </a:lnSpc>
              <a:spcBef>
                <a:spcPts val="500"/>
              </a:spcBef>
              <a:buFont typeface="Arial" charset="0"/>
              <a:buNone/>
              <a:tabLst/>
              <a:defRPr sz="1000" kern="1200">
                <a:solidFill>
                  <a:schemeClr val="accent4"/>
                </a:solidFill>
                <a:latin typeface="+mn-lt"/>
                <a:ea typeface="+mn-ea"/>
                <a:cs typeface="+mn-cs"/>
              </a:defRPr>
            </a:lvl4pPr>
            <a:lvl5pPr marL="7938" indent="0" algn="l" defTabSz="914355" rtl="0" eaLnBrk="1" latinLnBrk="0" hangingPunct="1">
              <a:lnSpc>
                <a:spcPct val="100000"/>
              </a:lnSpc>
              <a:spcBef>
                <a:spcPts val="500"/>
              </a:spcBef>
              <a:buFont typeface="Arial" charset="0"/>
              <a:buNone/>
              <a:tabLst/>
              <a:defRPr sz="1000" kern="1200">
                <a:solidFill>
                  <a:schemeClr val="accent1"/>
                </a:solidFill>
                <a:latin typeface="+mn-lt"/>
                <a:ea typeface="+mn-ea"/>
                <a:cs typeface="+mn-cs"/>
              </a:defRPr>
            </a:lvl5pPr>
            <a:lvl6pPr marL="251447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3"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31"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8"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350" indent="0">
              <a:buFont typeface="CambriaMath" charset="0"/>
              <a:buNone/>
            </a:pPr>
            <a:r>
              <a:rPr lang="en-US" sz="900" b="1" dirty="0">
                <a:solidFill>
                  <a:schemeClr val="accent1"/>
                </a:solidFill>
              </a:rPr>
              <a:t>Introduction</a:t>
            </a:r>
          </a:p>
          <a:p>
            <a:pPr marL="6350" indent="0">
              <a:spcBef>
                <a:spcPts val="600"/>
              </a:spcBef>
              <a:buFont typeface="CambriaMath" charset="0"/>
              <a:buNone/>
            </a:pPr>
            <a:r>
              <a:rPr lang="en-GB" sz="900" dirty="0"/>
              <a:t>This study presents a practical framework based on stochastic simulations for sizing private asset allocations and planning capital commitments from the perspective of </a:t>
            </a:r>
            <a:r>
              <a:rPr lang="en-GB" sz="900"/>
              <a:t>a Multi-Asset </a:t>
            </a:r>
            <a:r>
              <a:rPr lang="en-GB" sz="900" dirty="0"/>
              <a:t>allocator. </a:t>
            </a:r>
          </a:p>
          <a:p>
            <a:pPr marL="6350" indent="0">
              <a:spcBef>
                <a:spcPts val="0"/>
              </a:spcBef>
              <a:buFont typeface="CambriaMath" charset="0"/>
              <a:buNone/>
            </a:pPr>
            <a:r>
              <a:rPr lang="en-GB" sz="900" dirty="0"/>
              <a:t>It initially summarises the importance of specific modelling techniques in addressing valuation biases and accurately capturing the risk-return profile of private assets. Then it explains the need for disciplined strategic asset allocation that aligns private assets with broader portfolio objectives, liquidity constraints, and risk tolerance. It also emphasises the critical role of commitment-pacing strategies which enable investors to build and maintain exposure efficiently while managing liquidity and vintage diversification.</a:t>
            </a:r>
          </a:p>
          <a:p>
            <a:pPr marL="6350" indent="0">
              <a:spcBef>
                <a:spcPts val="0"/>
              </a:spcBef>
              <a:buFont typeface="CambriaMath" charset="0"/>
              <a:buNone/>
            </a:pPr>
            <a:r>
              <a:rPr lang="en-GB" sz="900" dirty="0"/>
              <a:t>Finally, the study explains the different approaches to manage undrawn capital efficiently. </a:t>
            </a:r>
            <a:endParaRPr lang="en-US" sz="900" dirty="0"/>
          </a:p>
        </p:txBody>
      </p:sp>
    </p:spTree>
    <p:extLst>
      <p:ext uri="{BB962C8B-B14F-4D97-AF65-F5344CB8AC3E}">
        <p14:creationId xmlns:p14="http://schemas.microsoft.com/office/powerpoint/2010/main" val="2945721216"/>
      </p:ext>
    </p:extLst>
  </p:cSld>
  <p:clrMapOvr>
    <a:masterClrMapping/>
  </p:clrMapOvr>
</p:sld>
</file>

<file path=ppt/theme/theme1.xml><?xml version="1.0" encoding="utf-8"?>
<a:theme xmlns:a="http://schemas.openxmlformats.org/drawingml/2006/main" name="ThemeAmundi">
  <a:themeElements>
    <a:clrScheme name="Amundi-theme_092020">
      <a:dk1>
        <a:srgbClr val="003C64"/>
      </a:dk1>
      <a:lt1>
        <a:srgbClr val="FFFFFF"/>
      </a:lt1>
      <a:dk2>
        <a:srgbClr val="646464"/>
      </a:dk2>
      <a:lt2>
        <a:srgbClr val="E7E6E6"/>
      </a:lt2>
      <a:accent1>
        <a:srgbClr val="009EE0"/>
      </a:accent1>
      <a:accent2>
        <a:srgbClr val="004F9F"/>
      </a:accent2>
      <a:accent3>
        <a:srgbClr val="38B2B6"/>
      </a:accent3>
      <a:accent4>
        <a:srgbClr val="E6325E"/>
      </a:accent4>
      <a:accent5>
        <a:srgbClr val="F07D00"/>
      </a:accent5>
      <a:accent6>
        <a:srgbClr val="C19134"/>
      </a:accent6>
      <a:hlink>
        <a:srgbClr val="00C2F0"/>
      </a:hlink>
      <a:folHlink>
        <a:srgbClr val="4571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EN_16-9_Business_Line.pptx" id="{9E8672BF-3683-442A-8518-A2B4176A6ED1}" vid="{39A12D80-DF91-458B-A4DA-B091BAD7FB87}"/>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0</TotalTime>
  <Words>354</Words>
  <Application>Microsoft Office PowerPoint</Application>
  <PresentationFormat>On-screen Show (16:9)</PresentationFormat>
  <Paragraphs>15</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CambriaMath</vt:lpstr>
      <vt:lpstr>LucidaGrande-Bold</vt:lpstr>
      <vt:lpstr>Noto Sans Med</vt:lpstr>
      <vt:lpstr>Arial</vt:lpstr>
      <vt:lpstr>Calibri</vt:lpstr>
      <vt:lpstr>Noto Sans</vt:lpstr>
      <vt:lpstr>ThemeAmundi</vt:lpstr>
      <vt:lpstr>Strategic integration of private assets in multi asset allocation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Gisimundo Viviana (AMUNDI.ITA)</dc:creator>
  <cp:keywords/>
  <dc:description/>
  <cp:lastModifiedBy>Gisimundo Viviana (AMUNDI.ITA)</cp:lastModifiedBy>
  <cp:revision>2</cp:revision>
  <cp:lastPrinted>2017-06-09T17:47:41Z</cp:lastPrinted>
  <dcterms:created xsi:type="dcterms:W3CDTF">2025-11-26T17:30:48Z</dcterms:created>
  <dcterms:modified xsi:type="dcterms:W3CDTF">2025-11-26T17:32:22Z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3" name="_NewReviewCycle">
    <vt:lpwstr/>
  </property>
  <property fmtid="{D5CDD505-2E9C-101B-9397-08002B2CF9AE}" pid="7" name="MSIP_Label_6ac45191-74e4-40a9-a4c5-ab5c9391e33a_Enabled">
    <vt:lpwstr>true</vt:lpwstr>
  </property>
  <property fmtid="{D5CDD505-2E9C-101B-9397-08002B2CF9AE}" pid="8" name="MSIP_Label_6ac45191-74e4-40a9-a4c5-ab5c9391e33a_SetDate">
    <vt:lpwstr>2023-04-06T16:01:28Z</vt:lpwstr>
  </property>
  <property fmtid="{D5CDD505-2E9C-101B-9397-08002B2CF9AE}" pid="9" name="MSIP_Label_6ac45191-74e4-40a9-a4c5-ab5c9391e33a_Method">
    <vt:lpwstr>Standard</vt:lpwstr>
  </property>
  <property fmtid="{D5CDD505-2E9C-101B-9397-08002B2CF9AE}" pid="10" name="MSIP_Label_6ac45191-74e4-40a9-a4c5-ab5c9391e33a_Name">
    <vt:lpwstr>Internal Data</vt:lpwstr>
  </property>
  <property fmtid="{D5CDD505-2E9C-101B-9397-08002B2CF9AE}" pid="11" name="MSIP_Label_6ac45191-74e4-40a9-a4c5-ab5c9391e33a_SiteId">
    <vt:lpwstr>a5c34232-eadc-4609-bff3-dd6fcdae3fe2</vt:lpwstr>
  </property>
  <property fmtid="{D5CDD505-2E9C-101B-9397-08002B2CF9AE}" pid="12" name="MSIP_Label_6ac45191-74e4-40a9-a4c5-ab5c9391e33a_ActionId">
    <vt:lpwstr>da6939bd-0ed1-46fc-b429-e412eb79254c</vt:lpwstr>
  </property>
  <property fmtid="{D5CDD505-2E9C-101B-9397-08002B2CF9AE}" pid="13" name="MSIP_Label_6ac45191-74e4-40a9-a4c5-ab5c9391e33a_ContentBits">
    <vt:lpwstr>0</vt:lpwstr>
  </property>
</Properties>
</file>